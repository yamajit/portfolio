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65" r:id="rId3"/>
    <p:sldId id="257" r:id="rId4"/>
    <p:sldId id="258" r:id="rId5"/>
    <p:sldId id="261" r:id="rId6"/>
    <p:sldId id="268" r:id="rId7"/>
    <p:sldId id="262" r:id="rId8"/>
    <p:sldId id="259" r:id="rId9"/>
    <p:sldId id="266" r:id="rId10"/>
    <p:sldId id="260" r:id="rId11"/>
    <p:sldId id="263" r:id="rId12"/>
    <p:sldId id="267" r:id="rId13"/>
    <p:sldId id="264"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5" d="100"/>
          <a:sy n="145" d="100"/>
        </p:scale>
        <p:origin x="100" y="1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487342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20E"/>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9A84C"/>
          </a:solidFill>
          <a:ln w="12700">
            <a:solidFill>
              <a:srgbClr val="C9A84C"/>
            </a:solidFill>
            <a:prstDash val="solid"/>
          </a:ln>
        </p:spPr>
      </p:sp>
      <p:sp>
        <p:nvSpPr>
          <p:cNvPr id="3" name="Shape 1"/>
          <p:cNvSpPr/>
          <p:nvPr/>
        </p:nvSpPr>
        <p:spPr>
          <a:xfrm>
            <a:off x="0" y="5079492"/>
            <a:ext cx="9144000" cy="64008"/>
          </a:xfrm>
          <a:prstGeom prst="rect">
            <a:avLst/>
          </a:prstGeom>
          <a:solidFill>
            <a:srgbClr val="C9A84C"/>
          </a:solidFill>
          <a:ln w="12700">
            <a:solidFill>
              <a:srgbClr val="C9A84C"/>
            </a:solidFill>
            <a:prstDash val="solid"/>
          </a:ln>
        </p:spPr>
      </p:sp>
      <p:sp>
        <p:nvSpPr>
          <p:cNvPr id="4" name="Shape 2"/>
          <p:cNvSpPr/>
          <p:nvPr/>
        </p:nvSpPr>
        <p:spPr>
          <a:xfrm>
            <a:off x="457200" y="457200"/>
            <a:ext cx="54864" cy="4229100"/>
          </a:xfrm>
          <a:prstGeom prst="rect">
            <a:avLst/>
          </a:prstGeom>
          <a:solidFill>
            <a:srgbClr val="C9A84C"/>
          </a:solidFill>
          <a:ln w="12700">
            <a:solidFill>
              <a:srgbClr val="C9A84C"/>
            </a:solidFill>
            <a:prstDash val="solid"/>
          </a:ln>
        </p:spPr>
      </p:sp>
      <p:sp>
        <p:nvSpPr>
          <p:cNvPr id="5" name="Text 3"/>
          <p:cNvSpPr/>
          <p:nvPr/>
        </p:nvSpPr>
        <p:spPr>
          <a:xfrm>
            <a:off x="640080" y="457200"/>
            <a:ext cx="8229600" cy="365760"/>
          </a:xfrm>
          <a:prstGeom prst="rect">
            <a:avLst/>
          </a:prstGeom>
          <a:noFill/>
          <a:ln/>
        </p:spPr>
        <p:txBody>
          <a:bodyPr wrap="square" lIns="0" tIns="0" rIns="0" bIns="0" rtlCol="0" anchor="t"/>
          <a:lstStyle/>
          <a:p>
            <a:pPr marL="0" indent="0">
              <a:buNone/>
            </a:pPr>
            <a:r>
              <a:rPr lang="en-US" sz="1000" b="1" kern="0" spc="600" dirty="0">
                <a:solidFill>
                  <a:srgbClr val="C9A84C"/>
                </a:solidFill>
                <a:latin typeface="Calibri" pitchFamily="34" charset="0"/>
                <a:ea typeface="Calibri" pitchFamily="34" charset="-122"/>
                <a:cs typeface="Calibri" pitchFamily="34" charset="-120"/>
              </a:rPr>
              <a:t>DIGITAL CONCEPT ART II</a:t>
            </a:r>
            <a:endParaRPr lang="en-US" sz="1000" dirty="0"/>
          </a:p>
        </p:txBody>
      </p:sp>
      <p:sp>
        <p:nvSpPr>
          <p:cNvPr id="6" name="Text 4"/>
          <p:cNvSpPr/>
          <p:nvPr/>
        </p:nvSpPr>
        <p:spPr>
          <a:xfrm>
            <a:off x="640080" y="914400"/>
            <a:ext cx="8229600" cy="1371600"/>
          </a:xfrm>
          <a:prstGeom prst="rect">
            <a:avLst/>
          </a:prstGeom>
          <a:noFill/>
          <a:ln/>
        </p:spPr>
        <p:txBody>
          <a:bodyPr wrap="square" lIns="0" tIns="0" rIns="0" bIns="0" rtlCol="0" anchor="t"/>
          <a:lstStyle/>
          <a:p>
            <a:pPr marL="0" indent="0">
              <a:buNone/>
            </a:pPr>
            <a:r>
              <a:rPr lang="en-US" sz="5200" b="1" kern="0" spc="200" dirty="0">
                <a:solidFill>
                  <a:srgbClr val="F5F0E8"/>
                </a:solidFill>
                <a:latin typeface="Georgia" pitchFamily="34" charset="0"/>
                <a:ea typeface="Georgia" pitchFamily="34" charset="-122"/>
                <a:cs typeface="Georgia" pitchFamily="34" charset="-120"/>
              </a:rPr>
              <a:t>PROP STUDIES</a:t>
            </a:r>
            <a:endParaRPr lang="en-US" sz="5200" dirty="0"/>
          </a:p>
        </p:txBody>
      </p:sp>
      <p:sp>
        <p:nvSpPr>
          <p:cNvPr id="7" name="Text 5"/>
          <p:cNvSpPr/>
          <p:nvPr/>
        </p:nvSpPr>
        <p:spPr>
          <a:xfrm>
            <a:off x="640080" y="2331720"/>
            <a:ext cx="5486400" cy="457200"/>
          </a:xfrm>
          <a:prstGeom prst="rect">
            <a:avLst/>
          </a:prstGeom>
          <a:noFill/>
          <a:ln/>
        </p:spPr>
        <p:txBody>
          <a:bodyPr wrap="square" lIns="0" tIns="0" rIns="0" bIns="0" rtlCol="0" anchor="t"/>
          <a:lstStyle/>
          <a:p>
            <a:pPr marL="0" indent="0">
              <a:buNone/>
            </a:pPr>
            <a:r>
              <a:rPr lang="en-US" sz="2000" i="1" dirty="0">
                <a:solidFill>
                  <a:srgbClr val="E8C97A"/>
                </a:solidFill>
                <a:latin typeface="Georgia" pitchFamily="34" charset="0"/>
                <a:ea typeface="Georgia" pitchFamily="34" charset="-122"/>
                <a:cs typeface="Georgia" pitchFamily="34" charset="-120"/>
              </a:rPr>
              <a:t>Midterm Presentation</a:t>
            </a:r>
            <a:endParaRPr lang="en-US" sz="2000" dirty="0"/>
          </a:p>
        </p:txBody>
      </p:sp>
      <p:sp>
        <p:nvSpPr>
          <p:cNvPr id="8" name="Shape 6"/>
          <p:cNvSpPr/>
          <p:nvPr/>
        </p:nvSpPr>
        <p:spPr>
          <a:xfrm>
            <a:off x="640080" y="2880360"/>
            <a:ext cx="5029200" cy="22860"/>
          </a:xfrm>
          <a:prstGeom prst="rect">
            <a:avLst/>
          </a:prstGeom>
          <a:solidFill>
            <a:srgbClr val="3A3320"/>
          </a:solidFill>
          <a:ln w="12700">
            <a:solidFill>
              <a:srgbClr val="3A3320"/>
            </a:solidFill>
            <a:prstDash val="solid"/>
          </a:ln>
        </p:spPr>
      </p:sp>
      <p:sp>
        <p:nvSpPr>
          <p:cNvPr id="9" name="Text 7"/>
          <p:cNvSpPr/>
          <p:nvPr/>
        </p:nvSpPr>
        <p:spPr>
          <a:xfrm>
            <a:off x="640080" y="3017520"/>
            <a:ext cx="4572000" cy="347472"/>
          </a:xfrm>
          <a:prstGeom prst="rect">
            <a:avLst/>
          </a:prstGeom>
          <a:noFill/>
          <a:ln/>
        </p:spPr>
        <p:txBody>
          <a:bodyPr wrap="square" lIns="0" tIns="0" rIns="0" bIns="0" rtlCol="0" anchor="t"/>
          <a:lstStyle/>
          <a:p>
            <a:pPr marL="0" indent="0">
              <a:buNone/>
            </a:pPr>
            <a:endParaRPr lang="en-US" sz="1200" dirty="0"/>
          </a:p>
        </p:txBody>
      </p:sp>
      <p:sp>
        <p:nvSpPr>
          <p:cNvPr id="10" name="Text 8"/>
          <p:cNvSpPr/>
          <p:nvPr/>
        </p:nvSpPr>
        <p:spPr>
          <a:xfrm>
            <a:off x="640080" y="3401568"/>
            <a:ext cx="4572000" cy="347472"/>
          </a:xfrm>
          <a:prstGeom prst="rect">
            <a:avLst/>
          </a:prstGeom>
          <a:noFill/>
          <a:ln/>
        </p:spPr>
        <p:txBody>
          <a:bodyPr wrap="square" lIns="0" tIns="0" rIns="0" bIns="0" rtlCol="0" anchor="t"/>
          <a:lstStyle/>
          <a:p>
            <a:pPr marL="0" indent="0">
              <a:buNone/>
            </a:pPr>
            <a:endParaRPr lang="en-US" sz="1200" dirty="0"/>
          </a:p>
        </p:txBody>
      </p:sp>
      <p:sp>
        <p:nvSpPr>
          <p:cNvPr id="11" name="Text 9"/>
          <p:cNvSpPr/>
          <p:nvPr/>
        </p:nvSpPr>
        <p:spPr>
          <a:xfrm>
            <a:off x="774787" y="3726180"/>
            <a:ext cx="4572000" cy="347472"/>
          </a:xfrm>
          <a:prstGeom prst="rect">
            <a:avLst/>
          </a:prstGeom>
          <a:noFill/>
          <a:ln/>
        </p:spPr>
        <p:txBody>
          <a:bodyPr wrap="square" lIns="0" tIns="0" rIns="0" bIns="0" rtlCol="0" anchor="t"/>
          <a:lstStyle/>
          <a:p>
            <a:pPr marL="0" indent="0">
              <a:buNone/>
            </a:pPr>
            <a:endParaRPr lang="en-US" sz="1200" dirty="0"/>
          </a:p>
        </p:txBody>
      </p:sp>
      <p:sp>
        <p:nvSpPr>
          <p:cNvPr id="12" name="Text 10"/>
          <p:cNvSpPr/>
          <p:nvPr/>
        </p:nvSpPr>
        <p:spPr>
          <a:xfrm>
            <a:off x="640080" y="4169664"/>
            <a:ext cx="4572000" cy="347472"/>
          </a:xfrm>
          <a:prstGeom prst="rect">
            <a:avLst/>
          </a:prstGeom>
          <a:noFill/>
          <a:ln/>
        </p:spPr>
        <p:txBody>
          <a:bodyPr wrap="square" lIns="0" tIns="0" rIns="0" bIns="0" rtlCol="0" anchor="t"/>
          <a:lstStyle/>
          <a:p>
            <a:pPr marL="0" indent="0">
              <a:buNone/>
            </a:pPr>
            <a:endParaRPr lang="en-US" sz="1200" dirty="0"/>
          </a:p>
        </p:txBody>
      </p:sp>
      <p:sp>
        <p:nvSpPr>
          <p:cNvPr id="13" name="Text 11"/>
          <p:cNvSpPr/>
          <p:nvPr/>
        </p:nvSpPr>
        <p:spPr>
          <a:xfrm>
            <a:off x="5943600" y="640080"/>
            <a:ext cx="2926080" cy="3840480"/>
          </a:xfrm>
          <a:prstGeom prst="rect">
            <a:avLst/>
          </a:prstGeom>
          <a:noFill/>
          <a:ln/>
        </p:spPr>
        <p:txBody>
          <a:bodyPr wrap="square" lIns="0" tIns="0" rIns="0" bIns="0" rtlCol="0" anchor="ctr"/>
          <a:lstStyle/>
          <a:p>
            <a:pPr marL="0" indent="0" algn="ctr">
              <a:buNone/>
            </a:pPr>
            <a:r>
              <a:rPr lang="en-US" sz="26000" b="1" dirty="0">
                <a:solidFill>
                  <a:srgbClr val="1A1710"/>
                </a:solidFill>
                <a:latin typeface="Georgia" pitchFamily="34" charset="0"/>
                <a:ea typeface="Georgia" pitchFamily="34" charset="-122"/>
                <a:cs typeface="Georgia" pitchFamily="34" charset="-120"/>
              </a:rPr>
              <a:t>4</a:t>
            </a:r>
            <a:endParaRPr lang="en-US" sz="26000" dirty="0"/>
          </a:p>
        </p:txBody>
      </p:sp>
      <p:sp>
        <p:nvSpPr>
          <p:cNvPr id="14" name="Text 12"/>
          <p:cNvSpPr/>
          <p:nvPr/>
        </p:nvSpPr>
        <p:spPr>
          <a:xfrm>
            <a:off x="5943600" y="2926080"/>
            <a:ext cx="2926080" cy="548640"/>
          </a:xfrm>
          <a:prstGeom prst="rect">
            <a:avLst/>
          </a:prstGeom>
          <a:noFill/>
          <a:ln/>
        </p:spPr>
        <p:txBody>
          <a:bodyPr wrap="square" lIns="0" tIns="0" rIns="0" bIns="0" rtlCol="0" anchor="ctr"/>
          <a:lstStyle/>
          <a:p>
            <a:pPr marL="0" indent="0" algn="ctr">
              <a:buNone/>
            </a:pPr>
            <a:r>
              <a:rPr lang="en-US" b="1" kern="0" spc="1000" dirty="0">
                <a:solidFill>
                  <a:srgbClr val="C9A84C"/>
                </a:solidFill>
                <a:latin typeface="Calibri" pitchFamily="34" charset="0"/>
                <a:ea typeface="Calibri" pitchFamily="34" charset="-122"/>
                <a:cs typeface="Calibri" pitchFamily="34" charset="-120"/>
              </a:rPr>
              <a:t>2</a:t>
            </a:r>
            <a:r>
              <a:rPr lang="en-US" sz="1800" b="1" kern="0" spc="1000" dirty="0">
                <a:solidFill>
                  <a:srgbClr val="C9A84C"/>
                </a:solidFill>
                <a:latin typeface="Calibri" pitchFamily="34" charset="0"/>
                <a:ea typeface="Calibri" pitchFamily="34" charset="-122"/>
                <a:cs typeface="Calibri" pitchFamily="34" charset="-120"/>
              </a:rPr>
              <a:t>PROPS</a:t>
            </a:r>
          </a:p>
          <a:p>
            <a:pPr marL="0" indent="0" algn="ctr">
              <a:buNone/>
            </a:pPr>
            <a:r>
              <a:rPr lang="en-US" sz="1800" b="1" kern="0" spc="1000" dirty="0">
                <a:solidFill>
                  <a:srgbClr val="C9A84C"/>
                </a:solidFill>
                <a:latin typeface="Calibri" pitchFamily="34" charset="0"/>
                <a:ea typeface="Calibri" pitchFamily="34" charset="-122"/>
                <a:cs typeface="Calibri" pitchFamily="34" charset="-120"/>
              </a:rPr>
              <a:t>2CHARACTERS</a:t>
            </a:r>
            <a:endParaRPr lang="en-US" sz="1800" dirty="0"/>
          </a:p>
        </p:txBody>
      </p:sp>
      <p:sp>
        <p:nvSpPr>
          <p:cNvPr id="15" name="Text 13"/>
          <p:cNvSpPr/>
          <p:nvPr/>
        </p:nvSpPr>
        <p:spPr>
          <a:xfrm>
            <a:off x="640080" y="4663440"/>
            <a:ext cx="7315200" cy="320040"/>
          </a:xfrm>
          <a:prstGeom prst="rect">
            <a:avLst/>
          </a:prstGeom>
          <a:noFill/>
          <a:ln/>
        </p:spPr>
        <p:txBody>
          <a:bodyPr wrap="square" lIns="0" tIns="0" rIns="0" bIns="0" rtlCol="0" anchor="ctr"/>
          <a:lstStyle/>
          <a:p>
            <a:pPr marL="0" indent="0">
              <a:buNone/>
            </a:pPr>
            <a:r>
              <a:rPr lang="en-US" sz="1000" dirty="0">
                <a:solidFill>
                  <a:srgbClr val="9A9080"/>
                </a:solidFill>
                <a:latin typeface="Calibri" pitchFamily="34" charset="0"/>
                <a:ea typeface="Calibri" pitchFamily="34" charset="-122"/>
                <a:cs typeface="Calibri" pitchFamily="34" charset="-120"/>
              </a:rPr>
              <a:t>Midterm  ·  Prop Design  ·  Spring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0">
    <p:bg>
      <p:bgPr>
        <a:solidFill>
          <a:srgbClr val="14120E"/>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9A84C"/>
          </a:solidFill>
          <a:ln w="12700">
            <a:solidFill>
              <a:srgbClr val="C9A84C"/>
            </a:solidFill>
            <a:prstDash val="solid"/>
          </a:ln>
        </p:spPr>
      </p:sp>
      <p:sp>
        <p:nvSpPr>
          <p:cNvPr id="3" name="Shape 1"/>
          <p:cNvSpPr/>
          <p:nvPr/>
        </p:nvSpPr>
        <p:spPr>
          <a:xfrm>
            <a:off x="0" y="5079492"/>
            <a:ext cx="9144000" cy="64008"/>
          </a:xfrm>
          <a:prstGeom prst="rect">
            <a:avLst/>
          </a:prstGeom>
          <a:solidFill>
            <a:srgbClr val="C9A84C"/>
          </a:solidFill>
          <a:ln w="12700">
            <a:solidFill>
              <a:srgbClr val="C9A84C"/>
            </a:solidFill>
            <a:prstDash val="solid"/>
          </a:ln>
        </p:spPr>
      </p:sp>
      <p:sp>
        <p:nvSpPr>
          <p:cNvPr id="4" name="Text 2"/>
          <p:cNvSpPr/>
          <p:nvPr/>
        </p:nvSpPr>
        <p:spPr>
          <a:xfrm>
            <a:off x="457200" y="457200"/>
            <a:ext cx="8229600" cy="457200"/>
          </a:xfrm>
          <a:prstGeom prst="rect">
            <a:avLst/>
          </a:prstGeom>
          <a:noFill/>
          <a:ln/>
        </p:spPr>
        <p:txBody>
          <a:bodyPr wrap="square" lIns="0" tIns="0" rIns="0" bIns="0" rtlCol="0" anchor="ctr"/>
          <a:lstStyle/>
          <a:p>
            <a:pPr marL="0" indent="0">
              <a:buNone/>
            </a:pPr>
            <a:r>
              <a:rPr lang="en-US" sz="1000" b="1" kern="0" spc="800" dirty="0">
                <a:solidFill>
                  <a:srgbClr val="C9A84C"/>
                </a:solidFill>
                <a:latin typeface="Calibri" pitchFamily="34" charset="0"/>
                <a:ea typeface="Calibri" pitchFamily="34" charset="-122"/>
                <a:cs typeface="Calibri" pitchFamily="34" charset="-120"/>
              </a:rPr>
              <a:t>SUMMARY</a:t>
            </a:r>
            <a:endParaRPr lang="en-US" sz="1000" dirty="0"/>
          </a:p>
        </p:txBody>
      </p:sp>
      <p:sp>
        <p:nvSpPr>
          <p:cNvPr id="5" name="Text 3"/>
          <p:cNvSpPr/>
          <p:nvPr/>
        </p:nvSpPr>
        <p:spPr>
          <a:xfrm>
            <a:off x="457200" y="960120"/>
            <a:ext cx="8229600" cy="822960"/>
          </a:xfrm>
          <a:prstGeom prst="rect">
            <a:avLst/>
          </a:prstGeom>
          <a:noFill/>
          <a:ln/>
        </p:spPr>
        <p:txBody>
          <a:bodyPr wrap="square" lIns="0" tIns="0" rIns="0" bIns="0" rtlCol="0" anchor="ctr"/>
          <a:lstStyle/>
          <a:p>
            <a:pPr marL="0" indent="0">
              <a:buNone/>
            </a:pPr>
            <a:r>
              <a:rPr lang="en-US" sz="5200" b="1" dirty="0">
                <a:solidFill>
                  <a:srgbClr val="F5F0E8"/>
                </a:solidFill>
                <a:latin typeface="Georgia" pitchFamily="34" charset="0"/>
                <a:ea typeface="Georgia" pitchFamily="34" charset="-122"/>
                <a:cs typeface="Georgia" pitchFamily="34" charset="-120"/>
              </a:rPr>
              <a:t>2 Prop 2 CHARCTER</a:t>
            </a:r>
            <a:endParaRPr lang="en-US" sz="5200" dirty="0"/>
          </a:p>
        </p:txBody>
      </p:sp>
      <p:sp>
        <p:nvSpPr>
          <p:cNvPr id="6" name="Shape 4"/>
          <p:cNvSpPr/>
          <p:nvPr/>
        </p:nvSpPr>
        <p:spPr>
          <a:xfrm>
            <a:off x="457200" y="1874520"/>
            <a:ext cx="8229600" cy="22860"/>
          </a:xfrm>
          <a:prstGeom prst="rect">
            <a:avLst/>
          </a:prstGeom>
          <a:solidFill>
            <a:srgbClr val="3A3320"/>
          </a:solidFill>
          <a:ln w="12700">
            <a:solidFill>
              <a:srgbClr val="3A3320"/>
            </a:solidFill>
            <a:prstDash val="solid"/>
          </a:ln>
        </p:spPr>
      </p:sp>
      <p:sp>
        <p:nvSpPr>
          <p:cNvPr id="7" name="Shape 5"/>
          <p:cNvSpPr/>
          <p:nvPr/>
        </p:nvSpPr>
        <p:spPr>
          <a:xfrm>
            <a:off x="457200" y="2057400"/>
            <a:ext cx="8229600" cy="566928"/>
          </a:xfrm>
          <a:prstGeom prst="rect">
            <a:avLst/>
          </a:prstGeom>
          <a:solidFill>
            <a:srgbClr val="252018"/>
          </a:solidFill>
          <a:ln w="12700">
            <a:solidFill>
              <a:srgbClr val="3A3320"/>
            </a:solidFill>
            <a:prstDash val="solid"/>
          </a:ln>
        </p:spPr>
      </p:sp>
      <p:sp>
        <p:nvSpPr>
          <p:cNvPr id="8" name="Text 6"/>
          <p:cNvSpPr/>
          <p:nvPr/>
        </p:nvSpPr>
        <p:spPr>
          <a:xfrm>
            <a:off x="548640" y="2103120"/>
            <a:ext cx="457200" cy="475488"/>
          </a:xfrm>
          <a:prstGeom prst="rect">
            <a:avLst/>
          </a:prstGeom>
          <a:noFill/>
          <a:ln/>
        </p:spPr>
        <p:txBody>
          <a:bodyPr wrap="square" lIns="0" tIns="0" rIns="0" bIns="0" rtlCol="0" anchor="ctr"/>
          <a:lstStyle/>
          <a:p>
            <a:pPr marL="0" indent="0" algn="ctr">
              <a:buNone/>
            </a:pPr>
            <a:r>
              <a:rPr lang="en-US" sz="1800" b="1" dirty="0">
                <a:solidFill>
                  <a:srgbClr val="C9A84C"/>
                </a:solidFill>
                <a:latin typeface="Georgia" pitchFamily="34" charset="0"/>
                <a:ea typeface="Georgia" pitchFamily="34" charset="-122"/>
                <a:cs typeface="Georgia" pitchFamily="34" charset="-120"/>
              </a:rPr>
              <a:t>01</a:t>
            </a:r>
            <a:endParaRPr lang="en-US" sz="1800" dirty="0"/>
          </a:p>
        </p:txBody>
      </p:sp>
      <p:sp>
        <p:nvSpPr>
          <p:cNvPr id="9" name="Shape 7"/>
          <p:cNvSpPr/>
          <p:nvPr/>
        </p:nvSpPr>
        <p:spPr>
          <a:xfrm>
            <a:off x="1097280" y="2167128"/>
            <a:ext cx="36576" cy="347472"/>
          </a:xfrm>
          <a:prstGeom prst="rect">
            <a:avLst/>
          </a:prstGeom>
          <a:solidFill>
            <a:srgbClr val="C9A84C"/>
          </a:solidFill>
          <a:ln w="12700">
            <a:solidFill>
              <a:srgbClr val="C9A84C"/>
            </a:solidFill>
            <a:prstDash val="solid"/>
          </a:ln>
        </p:spPr>
      </p:sp>
      <p:sp>
        <p:nvSpPr>
          <p:cNvPr id="10" name="Text 8"/>
          <p:cNvSpPr/>
          <p:nvPr/>
        </p:nvSpPr>
        <p:spPr>
          <a:xfrm>
            <a:off x="1234440" y="2112264"/>
            <a:ext cx="2743200" cy="256032"/>
          </a:xfrm>
          <a:prstGeom prst="rect">
            <a:avLst/>
          </a:prstGeom>
          <a:noFill/>
          <a:ln/>
        </p:spPr>
        <p:txBody>
          <a:bodyPr wrap="square" lIns="0" tIns="0" rIns="0" bIns="0" rtlCol="0" anchor="t"/>
          <a:lstStyle/>
          <a:p>
            <a:r>
              <a:rPr lang="en-US" sz="1400" b="1" dirty="0">
                <a:solidFill>
                  <a:srgbClr val="F5F0E8"/>
                </a:solidFill>
                <a:latin typeface="Georgia" pitchFamily="34" charset="0"/>
                <a:ea typeface="Georgia" pitchFamily="34" charset="-122"/>
                <a:cs typeface="Georgia" pitchFamily="34" charset="-120"/>
              </a:rPr>
              <a:t>MILITARY LENSATIC</a:t>
            </a:r>
            <a:endParaRPr lang="en-US" sz="1400" dirty="0"/>
          </a:p>
        </p:txBody>
      </p:sp>
      <p:sp>
        <p:nvSpPr>
          <p:cNvPr id="11" name="Text 9"/>
          <p:cNvSpPr/>
          <p:nvPr/>
        </p:nvSpPr>
        <p:spPr>
          <a:xfrm>
            <a:off x="1234440" y="2359152"/>
            <a:ext cx="7223760" cy="219456"/>
          </a:xfrm>
          <a:prstGeom prst="rect">
            <a:avLst/>
          </a:prstGeom>
          <a:noFill/>
          <a:ln/>
        </p:spPr>
        <p:txBody>
          <a:bodyPr wrap="square" lIns="0" tIns="0" rIns="0" bIns="0" rtlCol="0" anchor="t"/>
          <a:lstStyle/>
          <a:p>
            <a:pPr marL="0" indent="0">
              <a:buNone/>
            </a:pPr>
            <a:endParaRPr lang="en-US" sz="900" dirty="0"/>
          </a:p>
        </p:txBody>
      </p:sp>
      <p:sp>
        <p:nvSpPr>
          <p:cNvPr id="12" name="Shape 10"/>
          <p:cNvSpPr/>
          <p:nvPr/>
        </p:nvSpPr>
        <p:spPr>
          <a:xfrm>
            <a:off x="457200" y="2734056"/>
            <a:ext cx="8229600" cy="566928"/>
          </a:xfrm>
          <a:prstGeom prst="rect">
            <a:avLst/>
          </a:prstGeom>
          <a:solidFill>
            <a:srgbClr val="252018"/>
          </a:solidFill>
          <a:ln w="12700">
            <a:solidFill>
              <a:srgbClr val="3A3320"/>
            </a:solidFill>
            <a:prstDash val="solid"/>
          </a:ln>
        </p:spPr>
      </p:sp>
      <p:sp>
        <p:nvSpPr>
          <p:cNvPr id="13" name="Text 11"/>
          <p:cNvSpPr/>
          <p:nvPr/>
        </p:nvSpPr>
        <p:spPr>
          <a:xfrm>
            <a:off x="548640" y="2779776"/>
            <a:ext cx="457200" cy="475488"/>
          </a:xfrm>
          <a:prstGeom prst="rect">
            <a:avLst/>
          </a:prstGeom>
          <a:noFill/>
          <a:ln/>
        </p:spPr>
        <p:txBody>
          <a:bodyPr wrap="square" lIns="0" tIns="0" rIns="0" bIns="0" rtlCol="0" anchor="ctr"/>
          <a:lstStyle/>
          <a:p>
            <a:pPr marL="0" indent="0" algn="ctr">
              <a:buNone/>
            </a:pPr>
            <a:r>
              <a:rPr lang="en-US" sz="1800" b="1" dirty="0">
                <a:solidFill>
                  <a:srgbClr val="C9A84C"/>
                </a:solidFill>
                <a:latin typeface="Georgia" pitchFamily="34" charset="0"/>
                <a:ea typeface="Georgia" pitchFamily="34" charset="-122"/>
                <a:cs typeface="Georgia" pitchFamily="34" charset="-120"/>
              </a:rPr>
              <a:t>02</a:t>
            </a:r>
            <a:endParaRPr lang="en-US" sz="1800" dirty="0"/>
          </a:p>
        </p:txBody>
      </p:sp>
      <p:sp>
        <p:nvSpPr>
          <p:cNvPr id="14" name="Shape 12"/>
          <p:cNvSpPr/>
          <p:nvPr/>
        </p:nvSpPr>
        <p:spPr>
          <a:xfrm>
            <a:off x="1097280" y="2843784"/>
            <a:ext cx="36576" cy="347472"/>
          </a:xfrm>
          <a:prstGeom prst="rect">
            <a:avLst/>
          </a:prstGeom>
          <a:solidFill>
            <a:srgbClr val="C9A84C"/>
          </a:solidFill>
          <a:ln w="12700">
            <a:solidFill>
              <a:srgbClr val="C9A84C"/>
            </a:solidFill>
            <a:prstDash val="solid"/>
          </a:ln>
        </p:spPr>
      </p:sp>
      <p:sp>
        <p:nvSpPr>
          <p:cNvPr id="15" name="Text 13"/>
          <p:cNvSpPr/>
          <p:nvPr/>
        </p:nvSpPr>
        <p:spPr>
          <a:xfrm>
            <a:off x="1234440" y="2788920"/>
            <a:ext cx="2743200" cy="256032"/>
          </a:xfrm>
          <a:prstGeom prst="rect">
            <a:avLst/>
          </a:prstGeom>
          <a:noFill/>
          <a:ln/>
        </p:spPr>
        <p:txBody>
          <a:bodyPr wrap="square" lIns="0" tIns="0" rIns="0" bIns="0" rtlCol="0" anchor="t"/>
          <a:lstStyle/>
          <a:p>
            <a:r>
              <a:rPr lang="en-US" sz="1400" b="1" dirty="0">
                <a:solidFill>
                  <a:srgbClr val="F5F0E8"/>
                </a:solidFill>
                <a:latin typeface="Georgia" pitchFamily="34" charset="0"/>
                <a:ea typeface="Georgia" pitchFamily="34" charset="-122"/>
                <a:cs typeface="Georgia" pitchFamily="34" charset="-120"/>
              </a:rPr>
              <a:t>IWI TAVOR TAR-21</a:t>
            </a:r>
            <a:endParaRPr lang="en-US" sz="1400" dirty="0"/>
          </a:p>
        </p:txBody>
      </p:sp>
      <p:sp>
        <p:nvSpPr>
          <p:cNvPr id="16" name="Text 14"/>
          <p:cNvSpPr/>
          <p:nvPr/>
        </p:nvSpPr>
        <p:spPr>
          <a:xfrm>
            <a:off x="1234440" y="3035808"/>
            <a:ext cx="7223760" cy="219456"/>
          </a:xfrm>
          <a:prstGeom prst="rect">
            <a:avLst/>
          </a:prstGeom>
          <a:noFill/>
          <a:ln/>
        </p:spPr>
        <p:txBody>
          <a:bodyPr wrap="square" lIns="0" tIns="0" rIns="0" bIns="0" rtlCol="0" anchor="t"/>
          <a:lstStyle/>
          <a:p>
            <a:pPr marL="0" indent="0">
              <a:buNone/>
            </a:pPr>
            <a:endParaRPr lang="en-US" sz="900" dirty="0"/>
          </a:p>
        </p:txBody>
      </p:sp>
      <p:sp>
        <p:nvSpPr>
          <p:cNvPr id="17" name="Shape 15"/>
          <p:cNvSpPr/>
          <p:nvPr/>
        </p:nvSpPr>
        <p:spPr>
          <a:xfrm>
            <a:off x="413238" y="3398579"/>
            <a:ext cx="8229600" cy="566928"/>
          </a:xfrm>
          <a:prstGeom prst="rect">
            <a:avLst/>
          </a:prstGeom>
          <a:solidFill>
            <a:srgbClr val="252018"/>
          </a:solidFill>
          <a:ln w="12700">
            <a:solidFill>
              <a:srgbClr val="3A3320"/>
            </a:solidFill>
            <a:prstDash val="solid"/>
          </a:ln>
        </p:spPr>
      </p:sp>
      <p:sp>
        <p:nvSpPr>
          <p:cNvPr id="18" name="Text 16"/>
          <p:cNvSpPr/>
          <p:nvPr/>
        </p:nvSpPr>
        <p:spPr>
          <a:xfrm>
            <a:off x="548640" y="3456432"/>
            <a:ext cx="457200" cy="475488"/>
          </a:xfrm>
          <a:prstGeom prst="rect">
            <a:avLst/>
          </a:prstGeom>
          <a:noFill/>
          <a:ln/>
        </p:spPr>
        <p:txBody>
          <a:bodyPr wrap="square" lIns="0" tIns="0" rIns="0" bIns="0" rtlCol="0" anchor="ctr"/>
          <a:lstStyle/>
          <a:p>
            <a:pPr marL="0" indent="0" algn="ctr">
              <a:buNone/>
            </a:pPr>
            <a:r>
              <a:rPr lang="en-US" sz="1800" b="1" dirty="0">
                <a:solidFill>
                  <a:srgbClr val="C9A84C"/>
                </a:solidFill>
                <a:latin typeface="Georgia" pitchFamily="34" charset="0"/>
                <a:ea typeface="Georgia" pitchFamily="34" charset="-122"/>
                <a:cs typeface="Georgia" pitchFamily="34" charset="-120"/>
              </a:rPr>
              <a:t>03</a:t>
            </a:r>
            <a:endParaRPr lang="en-US" sz="1800" dirty="0"/>
          </a:p>
        </p:txBody>
      </p:sp>
      <p:sp>
        <p:nvSpPr>
          <p:cNvPr id="19" name="Shape 17"/>
          <p:cNvSpPr/>
          <p:nvPr/>
        </p:nvSpPr>
        <p:spPr>
          <a:xfrm>
            <a:off x="1097280" y="3520440"/>
            <a:ext cx="36576" cy="347472"/>
          </a:xfrm>
          <a:prstGeom prst="rect">
            <a:avLst/>
          </a:prstGeom>
          <a:solidFill>
            <a:srgbClr val="C9A84C"/>
          </a:solidFill>
          <a:ln w="12700">
            <a:solidFill>
              <a:srgbClr val="C9A84C"/>
            </a:solidFill>
            <a:prstDash val="solid"/>
          </a:ln>
        </p:spPr>
      </p:sp>
      <p:sp>
        <p:nvSpPr>
          <p:cNvPr id="20" name="Text 18"/>
          <p:cNvSpPr/>
          <p:nvPr/>
        </p:nvSpPr>
        <p:spPr>
          <a:xfrm>
            <a:off x="1234440" y="3465576"/>
            <a:ext cx="2743200" cy="256032"/>
          </a:xfrm>
          <a:prstGeom prst="rect">
            <a:avLst/>
          </a:prstGeom>
          <a:noFill/>
          <a:ln/>
        </p:spPr>
        <p:txBody>
          <a:bodyPr wrap="square" lIns="0" tIns="0" rIns="0" bIns="0" rtlCol="0" anchor="t"/>
          <a:lstStyle/>
          <a:p>
            <a:r>
              <a:rPr lang="en-US" sz="1400" b="1" dirty="0">
                <a:solidFill>
                  <a:srgbClr val="F5F0E8"/>
                </a:solidFill>
                <a:latin typeface="Georgia" pitchFamily="34" charset="0"/>
                <a:ea typeface="Georgia" pitchFamily="34" charset="-122"/>
                <a:cs typeface="Georgia" pitchFamily="34" charset="-120"/>
              </a:rPr>
              <a:t>INDIAN MARCOS</a:t>
            </a:r>
            <a:endParaRPr lang="en-US" sz="1400" dirty="0"/>
          </a:p>
          <a:p>
            <a:endParaRPr lang="en-US" sz="1400" dirty="0"/>
          </a:p>
        </p:txBody>
      </p:sp>
      <p:sp>
        <p:nvSpPr>
          <p:cNvPr id="21" name="Text 19"/>
          <p:cNvSpPr/>
          <p:nvPr/>
        </p:nvSpPr>
        <p:spPr>
          <a:xfrm>
            <a:off x="1234440" y="3712464"/>
            <a:ext cx="7223760" cy="219456"/>
          </a:xfrm>
          <a:prstGeom prst="rect">
            <a:avLst/>
          </a:prstGeom>
          <a:noFill/>
          <a:ln/>
        </p:spPr>
        <p:txBody>
          <a:bodyPr wrap="square" lIns="0" tIns="0" rIns="0" bIns="0" rtlCol="0" anchor="t"/>
          <a:lstStyle/>
          <a:p>
            <a:pPr marL="0" indent="0">
              <a:buNone/>
            </a:pPr>
            <a:endParaRPr lang="en-US" sz="900" dirty="0"/>
          </a:p>
        </p:txBody>
      </p:sp>
      <p:sp>
        <p:nvSpPr>
          <p:cNvPr id="22" name="Shape 20"/>
          <p:cNvSpPr/>
          <p:nvPr/>
        </p:nvSpPr>
        <p:spPr>
          <a:xfrm>
            <a:off x="457200" y="4087368"/>
            <a:ext cx="8229600" cy="566928"/>
          </a:xfrm>
          <a:prstGeom prst="rect">
            <a:avLst/>
          </a:prstGeom>
          <a:solidFill>
            <a:srgbClr val="252018"/>
          </a:solidFill>
          <a:ln w="12700">
            <a:solidFill>
              <a:srgbClr val="3A3320"/>
            </a:solidFill>
            <a:prstDash val="solid"/>
          </a:ln>
        </p:spPr>
      </p:sp>
      <p:sp>
        <p:nvSpPr>
          <p:cNvPr id="23" name="Text 21"/>
          <p:cNvSpPr/>
          <p:nvPr/>
        </p:nvSpPr>
        <p:spPr>
          <a:xfrm>
            <a:off x="548640" y="4133088"/>
            <a:ext cx="457200" cy="475488"/>
          </a:xfrm>
          <a:prstGeom prst="rect">
            <a:avLst/>
          </a:prstGeom>
          <a:noFill/>
          <a:ln/>
        </p:spPr>
        <p:txBody>
          <a:bodyPr wrap="square" lIns="0" tIns="0" rIns="0" bIns="0" rtlCol="0" anchor="ctr"/>
          <a:lstStyle/>
          <a:p>
            <a:pPr marL="0" indent="0" algn="ctr">
              <a:buNone/>
            </a:pPr>
            <a:r>
              <a:rPr lang="en-US" sz="1800" b="1" dirty="0">
                <a:solidFill>
                  <a:srgbClr val="C9A84C"/>
                </a:solidFill>
                <a:latin typeface="Georgia" pitchFamily="34" charset="0"/>
                <a:ea typeface="Georgia" pitchFamily="34" charset="-122"/>
                <a:cs typeface="Georgia" pitchFamily="34" charset="-120"/>
              </a:rPr>
              <a:t>04</a:t>
            </a:r>
            <a:endParaRPr lang="en-US" sz="1800" dirty="0"/>
          </a:p>
        </p:txBody>
      </p:sp>
      <p:sp>
        <p:nvSpPr>
          <p:cNvPr id="24" name="Shape 22"/>
          <p:cNvSpPr/>
          <p:nvPr/>
        </p:nvSpPr>
        <p:spPr>
          <a:xfrm>
            <a:off x="1097280" y="4197096"/>
            <a:ext cx="36576" cy="347472"/>
          </a:xfrm>
          <a:prstGeom prst="rect">
            <a:avLst/>
          </a:prstGeom>
          <a:solidFill>
            <a:srgbClr val="C9A84C"/>
          </a:solidFill>
          <a:ln w="12700">
            <a:solidFill>
              <a:srgbClr val="C9A84C"/>
            </a:solidFill>
            <a:prstDash val="solid"/>
          </a:ln>
        </p:spPr>
      </p:sp>
      <p:sp>
        <p:nvSpPr>
          <p:cNvPr id="25" name="Text 23"/>
          <p:cNvSpPr/>
          <p:nvPr/>
        </p:nvSpPr>
        <p:spPr>
          <a:xfrm>
            <a:off x="1234440" y="4142232"/>
            <a:ext cx="2743200" cy="256032"/>
          </a:xfrm>
          <a:prstGeom prst="rect">
            <a:avLst/>
          </a:prstGeom>
          <a:noFill/>
          <a:ln/>
        </p:spPr>
        <p:txBody>
          <a:bodyPr wrap="square" lIns="0" tIns="0" rIns="0" bIns="0" rtlCol="0" anchor="t"/>
          <a:lstStyle/>
          <a:p>
            <a:pPr marL="0" indent="0">
              <a:buNone/>
            </a:pPr>
            <a:r>
              <a:rPr lang="en-US" sz="1300" b="1" dirty="0">
                <a:solidFill>
                  <a:srgbClr val="F5F0E8"/>
                </a:solidFill>
                <a:latin typeface="Calibri" pitchFamily="34" charset="0"/>
                <a:ea typeface="Calibri" pitchFamily="34" charset="-122"/>
                <a:cs typeface="Calibri" pitchFamily="34" charset="-120"/>
              </a:rPr>
              <a:t>CLASSROOM TEACHER</a:t>
            </a:r>
            <a:endParaRPr lang="en-US" sz="1300" dirty="0"/>
          </a:p>
        </p:txBody>
      </p:sp>
      <p:sp>
        <p:nvSpPr>
          <p:cNvPr id="26" name="Text 24"/>
          <p:cNvSpPr/>
          <p:nvPr/>
        </p:nvSpPr>
        <p:spPr>
          <a:xfrm>
            <a:off x="1234440" y="4389120"/>
            <a:ext cx="7223760" cy="219456"/>
          </a:xfrm>
          <a:prstGeom prst="rect">
            <a:avLst/>
          </a:prstGeom>
          <a:noFill/>
          <a:ln/>
        </p:spPr>
        <p:txBody>
          <a:bodyPr wrap="square" lIns="0" tIns="0" rIns="0" bIns="0" rtlCol="0" anchor="t"/>
          <a:lstStyle/>
          <a:p>
            <a:pPr marL="0" indent="0">
              <a:buNone/>
            </a:pP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14120E"/>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9A84C"/>
          </a:solidFill>
          <a:ln w="12700">
            <a:solidFill>
              <a:srgbClr val="C9A84C"/>
            </a:solidFill>
            <a:prstDash val="solid"/>
          </a:ln>
        </p:spPr>
      </p:sp>
      <p:sp>
        <p:nvSpPr>
          <p:cNvPr id="3" name="Shape 1"/>
          <p:cNvSpPr/>
          <p:nvPr/>
        </p:nvSpPr>
        <p:spPr>
          <a:xfrm>
            <a:off x="0" y="5079492"/>
            <a:ext cx="9144000" cy="64008"/>
          </a:xfrm>
          <a:prstGeom prst="rect">
            <a:avLst/>
          </a:prstGeom>
          <a:solidFill>
            <a:srgbClr val="C9A84C"/>
          </a:solidFill>
          <a:ln w="12700">
            <a:solidFill>
              <a:srgbClr val="C9A84C"/>
            </a:solidFill>
            <a:prstDash val="solid"/>
          </a:ln>
        </p:spPr>
      </p:sp>
      <p:sp>
        <p:nvSpPr>
          <p:cNvPr id="4" name="Text 2"/>
          <p:cNvSpPr/>
          <p:nvPr/>
        </p:nvSpPr>
        <p:spPr>
          <a:xfrm>
            <a:off x="0" y="365760"/>
            <a:ext cx="4114800" cy="4389120"/>
          </a:xfrm>
          <a:prstGeom prst="rect">
            <a:avLst/>
          </a:prstGeom>
          <a:noFill/>
          <a:ln/>
        </p:spPr>
        <p:txBody>
          <a:bodyPr wrap="square" lIns="0" tIns="0" rIns="0" bIns="0" rtlCol="0" anchor="ctr"/>
          <a:lstStyle/>
          <a:p>
            <a:pPr marL="0" indent="0" algn="ctr">
              <a:buNone/>
            </a:pPr>
            <a:r>
              <a:rPr lang="en-US" sz="23000" b="1" dirty="0">
                <a:solidFill>
                  <a:srgbClr val="1E1B14"/>
                </a:solidFill>
                <a:latin typeface="Georgia" pitchFamily="34" charset="0"/>
                <a:ea typeface="Georgia" pitchFamily="34" charset="-122"/>
                <a:cs typeface="Georgia" pitchFamily="34" charset="-120"/>
              </a:rPr>
              <a:t>01</a:t>
            </a:r>
            <a:endParaRPr lang="en-US" sz="23000" dirty="0"/>
          </a:p>
        </p:txBody>
      </p:sp>
      <p:sp>
        <p:nvSpPr>
          <p:cNvPr id="5" name="Text 3"/>
          <p:cNvSpPr/>
          <p:nvPr/>
        </p:nvSpPr>
        <p:spPr>
          <a:xfrm>
            <a:off x="274320" y="502920"/>
            <a:ext cx="3657600" cy="457200"/>
          </a:xfrm>
          <a:prstGeom prst="rect">
            <a:avLst/>
          </a:prstGeom>
          <a:noFill/>
          <a:ln/>
        </p:spPr>
        <p:txBody>
          <a:bodyPr wrap="square" lIns="0" tIns="0" rIns="0" bIns="0" rtlCol="0" anchor="ctr"/>
          <a:lstStyle/>
          <a:p>
            <a:pPr marL="0" indent="0" algn="ctr">
              <a:buNone/>
            </a:pPr>
            <a:r>
              <a:rPr lang="en-US" sz="1100" b="1" kern="0" spc="800" dirty="0">
                <a:solidFill>
                  <a:srgbClr val="C9A84C"/>
                </a:solidFill>
                <a:latin typeface="Calibri" pitchFamily="34" charset="0"/>
                <a:ea typeface="Calibri" pitchFamily="34" charset="-122"/>
                <a:cs typeface="Calibri" pitchFamily="34" charset="-120"/>
              </a:rPr>
              <a:t>PROP</a:t>
            </a:r>
            <a:endParaRPr lang="en-US" sz="1100" dirty="0"/>
          </a:p>
        </p:txBody>
      </p:sp>
      <p:sp>
        <p:nvSpPr>
          <p:cNvPr id="6" name="Shape 4"/>
          <p:cNvSpPr/>
          <p:nvPr/>
        </p:nvSpPr>
        <p:spPr>
          <a:xfrm>
            <a:off x="4206240" y="457200"/>
            <a:ext cx="54864" cy="4297680"/>
          </a:xfrm>
          <a:prstGeom prst="rect">
            <a:avLst/>
          </a:prstGeom>
          <a:solidFill>
            <a:srgbClr val="C9A84C"/>
          </a:solidFill>
          <a:ln w="12700">
            <a:solidFill>
              <a:srgbClr val="C9A84C"/>
            </a:solidFill>
            <a:prstDash val="solid"/>
          </a:ln>
        </p:spPr>
      </p:sp>
      <p:sp>
        <p:nvSpPr>
          <p:cNvPr id="7" name="Text 5"/>
          <p:cNvSpPr/>
          <p:nvPr/>
        </p:nvSpPr>
        <p:spPr>
          <a:xfrm>
            <a:off x="4480560" y="1280160"/>
            <a:ext cx="4389120" cy="1097280"/>
          </a:xfrm>
          <a:prstGeom prst="rect">
            <a:avLst/>
          </a:prstGeom>
          <a:noFill/>
          <a:ln/>
        </p:spPr>
        <p:txBody>
          <a:bodyPr wrap="square" lIns="0" tIns="0" rIns="0" bIns="0" rtlCol="0" anchor="t"/>
          <a:lstStyle/>
          <a:p>
            <a:pPr marL="0" indent="0">
              <a:buNone/>
            </a:pPr>
            <a:r>
              <a:rPr lang="en-US" sz="4000" b="1" dirty="0">
                <a:solidFill>
                  <a:srgbClr val="F5F0E8"/>
                </a:solidFill>
                <a:latin typeface="Georgia" pitchFamily="34" charset="0"/>
                <a:ea typeface="Georgia" pitchFamily="34" charset="-122"/>
                <a:cs typeface="Georgia" pitchFamily="34" charset="-120"/>
              </a:rPr>
              <a:t>MILITARY LENSATIC</a:t>
            </a:r>
            <a:endParaRPr lang="en-US" sz="4000" dirty="0"/>
          </a:p>
        </p:txBody>
      </p:sp>
      <p:sp>
        <p:nvSpPr>
          <p:cNvPr id="8" name="Text 6"/>
          <p:cNvSpPr/>
          <p:nvPr/>
        </p:nvSpPr>
        <p:spPr>
          <a:xfrm>
            <a:off x="4480560" y="2468880"/>
            <a:ext cx="4389120" cy="548640"/>
          </a:xfrm>
          <a:prstGeom prst="rect">
            <a:avLst/>
          </a:prstGeom>
          <a:noFill/>
          <a:ln/>
        </p:spPr>
        <p:txBody>
          <a:bodyPr wrap="square" lIns="0" tIns="0" rIns="0" bIns="0" rtlCol="0" anchor="t"/>
          <a:lstStyle/>
          <a:p>
            <a:pPr marL="0" indent="0">
              <a:buNone/>
            </a:pPr>
            <a:r>
              <a:rPr lang="en-US" sz="1400" i="1" dirty="0">
                <a:solidFill>
                  <a:srgbClr val="E8C97A"/>
                </a:solidFill>
                <a:latin typeface="Georgia" pitchFamily="34" charset="0"/>
                <a:ea typeface="Georgia" pitchFamily="34" charset="-122"/>
                <a:cs typeface="Georgia" pitchFamily="34" charset="-120"/>
              </a:rPr>
              <a:t>REAL-LIFE REFERENCE DETAILS</a:t>
            </a:r>
            <a:endParaRPr lang="en-US" sz="1400" dirty="0"/>
          </a:p>
        </p:txBody>
      </p:sp>
      <p:sp>
        <p:nvSpPr>
          <p:cNvPr id="9" name="Shape 7"/>
          <p:cNvSpPr/>
          <p:nvPr/>
        </p:nvSpPr>
        <p:spPr>
          <a:xfrm>
            <a:off x="4480560" y="3090672"/>
            <a:ext cx="4114800" cy="22860"/>
          </a:xfrm>
          <a:prstGeom prst="rect">
            <a:avLst/>
          </a:prstGeom>
          <a:solidFill>
            <a:srgbClr val="3A3320"/>
          </a:solidFill>
          <a:ln w="12700">
            <a:solidFill>
              <a:srgbClr val="3A3320"/>
            </a:solidFill>
            <a:prstDash val="solid"/>
          </a:ln>
        </p:spPr>
      </p:sp>
      <p:sp>
        <p:nvSpPr>
          <p:cNvPr id="10" name="Text 8"/>
          <p:cNvSpPr/>
          <p:nvPr/>
        </p:nvSpPr>
        <p:spPr>
          <a:xfrm>
            <a:off x="4480560" y="3218688"/>
            <a:ext cx="4114800" cy="320040"/>
          </a:xfrm>
          <a:prstGeom prst="rect">
            <a:avLst/>
          </a:prstGeom>
          <a:noFill/>
          <a:ln/>
        </p:spPr>
        <p:txBody>
          <a:bodyPr wrap="square" lIns="0" tIns="0" rIns="0" bIns="0" rtlCol="0" anchor="ctr"/>
          <a:lstStyle/>
          <a:p>
            <a:pPr marL="0" indent="0">
              <a:buNone/>
            </a:pPr>
            <a:r>
              <a:rPr lang="en-US" sz="1000" dirty="0">
                <a:solidFill>
                  <a:srgbClr val="9A9080"/>
                </a:solidFill>
                <a:latin typeface="Calibri" pitchFamily="34" charset="0"/>
                <a:ea typeface="Calibri" pitchFamily="34" charset="-122"/>
                <a:cs typeface="Calibri" pitchFamily="34" charset="-120"/>
              </a:rPr>
              <a:t>Scroll for full analysis →</a:t>
            </a:r>
            <a:endParaRPr lang="en-US" sz="1000" dirty="0"/>
          </a:p>
        </p:txBody>
      </p:sp>
      <p:pic>
        <p:nvPicPr>
          <p:cNvPr id="11" name="Picture 10">
            <a:extLst>
              <a:ext uri="{FF2B5EF4-FFF2-40B4-BE49-F238E27FC236}">
                <a16:creationId xmlns:a16="http://schemas.microsoft.com/office/drawing/2014/main" id="{BE81A9E2-12FE-01BD-B623-10C9D46517A1}"/>
              </a:ext>
            </a:extLst>
          </p:cNvPr>
          <p:cNvPicPr>
            <a:picLocks noChangeAspect="1"/>
          </p:cNvPicPr>
          <p:nvPr/>
        </p:nvPicPr>
        <p:blipFill>
          <a:blip r:embed="rId3"/>
          <a:stretch>
            <a:fillRect/>
          </a:stretch>
        </p:blipFill>
        <p:spPr>
          <a:xfrm>
            <a:off x="129428" y="1107483"/>
            <a:ext cx="3985372" cy="298902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14120E"/>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9A84C"/>
          </a:solidFill>
          <a:ln w="12700">
            <a:solidFill>
              <a:srgbClr val="C9A84C"/>
            </a:solidFill>
            <a:prstDash val="solid"/>
          </a:ln>
        </p:spPr>
      </p:sp>
      <p:sp>
        <p:nvSpPr>
          <p:cNvPr id="3" name="Shape 1"/>
          <p:cNvSpPr/>
          <p:nvPr/>
        </p:nvSpPr>
        <p:spPr>
          <a:xfrm>
            <a:off x="0" y="5079492"/>
            <a:ext cx="9144000" cy="64008"/>
          </a:xfrm>
          <a:prstGeom prst="rect">
            <a:avLst/>
          </a:prstGeom>
          <a:solidFill>
            <a:srgbClr val="C9A84C"/>
          </a:solidFill>
          <a:ln w="12700">
            <a:solidFill>
              <a:srgbClr val="C9A84C"/>
            </a:solidFill>
            <a:prstDash val="solid"/>
          </a:ln>
        </p:spPr>
      </p:sp>
      <p:sp>
        <p:nvSpPr>
          <p:cNvPr id="4" name="Shape 2"/>
          <p:cNvSpPr/>
          <p:nvPr/>
        </p:nvSpPr>
        <p:spPr>
          <a:xfrm>
            <a:off x="0" y="64008"/>
            <a:ext cx="9144000" cy="594360"/>
          </a:xfrm>
          <a:prstGeom prst="rect">
            <a:avLst/>
          </a:prstGeom>
          <a:solidFill>
            <a:srgbClr val="1E1B14"/>
          </a:solidFill>
          <a:ln w="12700">
            <a:solidFill>
              <a:srgbClr val="1E1B14"/>
            </a:solidFill>
            <a:prstDash val="solid"/>
          </a:ln>
        </p:spPr>
      </p:sp>
      <p:sp>
        <p:nvSpPr>
          <p:cNvPr id="5" name="Text 3"/>
          <p:cNvSpPr/>
          <p:nvPr/>
        </p:nvSpPr>
        <p:spPr>
          <a:xfrm>
            <a:off x="365760" y="64008"/>
            <a:ext cx="8412480" cy="594360"/>
          </a:xfrm>
          <a:prstGeom prst="rect">
            <a:avLst/>
          </a:prstGeom>
          <a:noFill/>
          <a:ln/>
        </p:spPr>
        <p:txBody>
          <a:bodyPr wrap="square" lIns="0" tIns="0" rIns="0" bIns="0" rtlCol="0" anchor="ctr"/>
          <a:lstStyle/>
          <a:p>
            <a:pPr marL="0" indent="0">
              <a:buNone/>
            </a:pPr>
            <a:r>
              <a:rPr lang="en-US" sz="1000" b="1" kern="0" spc="300" dirty="0">
                <a:solidFill>
                  <a:srgbClr val="C9A84C"/>
                </a:solidFill>
                <a:latin typeface="Calibri" pitchFamily="34" charset="0"/>
                <a:ea typeface="Calibri" pitchFamily="34" charset="-122"/>
                <a:cs typeface="Calibri" pitchFamily="34" charset="-120"/>
              </a:rPr>
              <a:t>01  ·  WEATHERED LANTERN  ·  REAL-LIFE REFERENCE DETAILS</a:t>
            </a:r>
            <a:endParaRPr lang="en-US" sz="1000" dirty="0"/>
          </a:p>
        </p:txBody>
      </p:sp>
      <p:sp>
        <p:nvSpPr>
          <p:cNvPr id="6" name="Shape 4"/>
          <p:cNvSpPr/>
          <p:nvPr/>
        </p:nvSpPr>
        <p:spPr>
          <a:xfrm>
            <a:off x="274320" y="777240"/>
            <a:ext cx="4023360" cy="1234440"/>
          </a:xfrm>
          <a:prstGeom prst="rect">
            <a:avLst/>
          </a:prstGeom>
          <a:solidFill>
            <a:srgbClr val="252018"/>
          </a:solidFill>
          <a:ln w="12700">
            <a:solidFill>
              <a:srgbClr val="3A3320"/>
            </a:solidFill>
            <a:prstDash val="solid"/>
          </a:ln>
          <a:effectLst>
            <a:outerShdw blurRad="101600" dist="38100" dir="8100000" algn="bl" rotWithShape="0">
              <a:srgbClr val="000000">
                <a:alpha val="40000"/>
              </a:srgbClr>
            </a:outerShdw>
          </a:effectLst>
        </p:spPr>
      </p:sp>
      <p:sp>
        <p:nvSpPr>
          <p:cNvPr id="7" name="Text 5"/>
          <p:cNvSpPr/>
          <p:nvPr/>
        </p:nvSpPr>
        <p:spPr>
          <a:xfrm>
            <a:off x="274320" y="777240"/>
            <a:ext cx="4023360" cy="292608"/>
          </a:xfrm>
          <a:prstGeom prst="rect">
            <a:avLst/>
          </a:prstGeom>
          <a:solidFill>
            <a:srgbClr val="1A1710"/>
          </a:solidFill>
          <a:ln/>
        </p:spPr>
        <p:txBody>
          <a:bodyPr wrap="square" lIns="0" tIns="0" rIns="0" bIns="0" rtlCol="0" anchor="ctr"/>
          <a:lstStyle/>
          <a:p>
            <a:pPr marL="0" indent="0" algn="ctr">
              <a:buNone/>
            </a:pPr>
            <a:r>
              <a:rPr lang="en-US" sz="800" b="1" kern="0" spc="500" dirty="0">
                <a:solidFill>
                  <a:srgbClr val="C9A84C"/>
                </a:solidFill>
                <a:latin typeface="Calibri" pitchFamily="34" charset="0"/>
                <a:ea typeface="Calibri" pitchFamily="34" charset="-122"/>
                <a:cs typeface="Calibri" pitchFamily="34" charset="-120"/>
              </a:rPr>
              <a:t>OVERVIEW</a:t>
            </a:r>
            <a:endParaRPr lang="en-US" sz="800" dirty="0"/>
          </a:p>
        </p:txBody>
      </p:sp>
      <p:sp>
        <p:nvSpPr>
          <p:cNvPr id="8" name="Text 6"/>
          <p:cNvSpPr/>
          <p:nvPr/>
        </p:nvSpPr>
        <p:spPr>
          <a:xfrm>
            <a:off x="411480" y="1097280"/>
            <a:ext cx="3749040" cy="822960"/>
          </a:xfrm>
          <a:prstGeom prst="rect">
            <a:avLst/>
          </a:prstGeom>
          <a:noFill/>
          <a:ln/>
        </p:spPr>
        <p:txBody>
          <a:bodyPr wrap="square" lIns="0" tIns="0" rIns="0" bIns="0" rtlCol="0" anchor="t"/>
          <a:lstStyle/>
          <a:p>
            <a:pPr marL="0" indent="0">
              <a:buNone/>
            </a:pPr>
            <a:r>
              <a:rPr lang="en-US" sz="1100" dirty="0">
                <a:solidFill>
                  <a:srgbClr val="F5F0E8"/>
                </a:solidFill>
                <a:latin typeface="Calibri" pitchFamily="34" charset="0"/>
                <a:ea typeface="Calibri" pitchFamily="34" charset="-122"/>
                <a:cs typeface="Calibri" pitchFamily="34" charset="-120"/>
              </a:rPr>
              <a:t>A rugged military-style </a:t>
            </a:r>
            <a:r>
              <a:rPr lang="en-US" sz="1100" dirty="0" err="1">
                <a:solidFill>
                  <a:srgbClr val="F5F0E8"/>
                </a:solidFill>
                <a:latin typeface="Calibri" pitchFamily="34" charset="0"/>
                <a:ea typeface="Calibri" pitchFamily="34" charset="-122"/>
                <a:cs typeface="Calibri" pitchFamily="34" charset="-120"/>
              </a:rPr>
              <a:t>lensatic</a:t>
            </a:r>
            <a:r>
              <a:rPr lang="en-US" sz="1100" dirty="0">
                <a:solidFill>
                  <a:srgbClr val="F5F0E8"/>
                </a:solidFill>
                <a:latin typeface="Calibri" pitchFamily="34" charset="0"/>
                <a:ea typeface="Calibri" pitchFamily="34" charset="-122"/>
                <a:cs typeface="Calibri" pitchFamily="34" charset="-120"/>
              </a:rPr>
              <a:t> compass used for navigation and land orientation. Commonly issued to soldiers, hikers, and surveyors. Built with a durable metal housing, a magnetic dial, and a sighting lens for precise directional readings.</a:t>
            </a:r>
            <a:endParaRPr lang="en-US" sz="1100" dirty="0"/>
          </a:p>
        </p:txBody>
      </p:sp>
      <p:sp>
        <p:nvSpPr>
          <p:cNvPr id="11" name="Text 9"/>
          <p:cNvSpPr/>
          <p:nvPr/>
        </p:nvSpPr>
        <p:spPr>
          <a:xfrm>
            <a:off x="4983480" y="1092708"/>
            <a:ext cx="3749040" cy="822960"/>
          </a:xfrm>
          <a:prstGeom prst="rect">
            <a:avLst/>
          </a:prstGeom>
          <a:noFill/>
          <a:ln/>
        </p:spPr>
        <p:txBody>
          <a:bodyPr wrap="square" lIns="0" tIns="0" rIns="0" bIns="0" rtlCol="0" anchor="t"/>
          <a:lstStyle/>
          <a:p>
            <a:pPr marL="0" indent="0">
              <a:buNone/>
            </a:pPr>
            <a:endParaRPr lang="en-US" sz="1100" dirty="0"/>
          </a:p>
        </p:txBody>
      </p:sp>
      <p:sp>
        <p:nvSpPr>
          <p:cNvPr id="12" name="Shape 10"/>
          <p:cNvSpPr/>
          <p:nvPr/>
        </p:nvSpPr>
        <p:spPr>
          <a:xfrm>
            <a:off x="4343400" y="777240"/>
            <a:ext cx="457200" cy="1234440"/>
          </a:xfrm>
          <a:prstGeom prst="rect">
            <a:avLst/>
          </a:prstGeom>
          <a:solidFill>
            <a:srgbClr val="14120E"/>
          </a:solidFill>
          <a:ln w="12700">
            <a:solidFill>
              <a:srgbClr val="14120E"/>
            </a:solidFill>
            <a:prstDash val="solid"/>
          </a:ln>
        </p:spPr>
      </p:sp>
      <p:sp>
        <p:nvSpPr>
          <p:cNvPr id="14" name="Shape 12"/>
          <p:cNvSpPr/>
          <p:nvPr/>
        </p:nvSpPr>
        <p:spPr>
          <a:xfrm>
            <a:off x="4455062" y="2148840"/>
            <a:ext cx="4023360" cy="2697480"/>
          </a:xfrm>
          <a:prstGeom prst="rect">
            <a:avLst/>
          </a:prstGeom>
          <a:solidFill>
            <a:srgbClr val="252018"/>
          </a:solidFill>
          <a:ln w="12700">
            <a:solidFill>
              <a:srgbClr val="3A3320"/>
            </a:solidFill>
            <a:prstDash val="solid"/>
          </a:ln>
          <a:effectLst>
            <a:outerShdw blurRad="101600" dist="38100" dir="8100000" algn="bl" rotWithShape="0">
              <a:srgbClr val="000000">
                <a:alpha val="40000"/>
              </a:srgbClr>
            </a:outerShdw>
          </a:effectLst>
        </p:spPr>
      </p:sp>
      <p:sp>
        <p:nvSpPr>
          <p:cNvPr id="15" name="Text 13"/>
          <p:cNvSpPr/>
          <p:nvPr/>
        </p:nvSpPr>
        <p:spPr>
          <a:xfrm>
            <a:off x="4455062" y="2148840"/>
            <a:ext cx="4023360" cy="320040"/>
          </a:xfrm>
          <a:prstGeom prst="rect">
            <a:avLst/>
          </a:prstGeom>
          <a:solidFill>
            <a:srgbClr val="1A1710"/>
          </a:solidFill>
          <a:ln/>
        </p:spPr>
        <p:txBody>
          <a:bodyPr wrap="square" lIns="0" tIns="0" rIns="0" bIns="0" rtlCol="0" anchor="ctr"/>
          <a:lstStyle/>
          <a:p>
            <a:pPr marL="0" indent="0" algn="ctr">
              <a:buNone/>
            </a:pPr>
            <a:r>
              <a:rPr lang="en-US" sz="800" b="1" kern="0" spc="500" dirty="0">
                <a:solidFill>
                  <a:srgbClr val="C9A84C"/>
                </a:solidFill>
                <a:latin typeface="Calibri" pitchFamily="34" charset="0"/>
                <a:ea typeface="Calibri" pitchFamily="34" charset="-122"/>
                <a:cs typeface="Calibri" pitchFamily="34" charset="-120"/>
              </a:rPr>
              <a:t>DESIGN INSPIRATION</a:t>
            </a:r>
            <a:endParaRPr lang="en-US" sz="800" dirty="0"/>
          </a:p>
        </p:txBody>
      </p:sp>
      <p:sp>
        <p:nvSpPr>
          <p:cNvPr id="16" name="Text 14"/>
          <p:cNvSpPr/>
          <p:nvPr/>
        </p:nvSpPr>
        <p:spPr>
          <a:xfrm>
            <a:off x="4495507" y="2606040"/>
            <a:ext cx="3749040" cy="2194560"/>
          </a:xfrm>
          <a:prstGeom prst="rect">
            <a:avLst/>
          </a:prstGeom>
          <a:noFill/>
          <a:ln/>
        </p:spPr>
        <p:txBody>
          <a:bodyPr wrap="square" lIns="0" tIns="0" rIns="0" bIns="0" rtlCol="0" anchor="t"/>
          <a:lstStyle/>
          <a:p>
            <a:pPr marL="342900" indent="-342900">
              <a:buSzPct val="100000"/>
              <a:buChar char="•"/>
            </a:pPr>
            <a:r>
              <a:rPr lang="en-US" sz="1100" dirty="0">
                <a:solidFill>
                  <a:schemeClr val="bg1"/>
                </a:solidFill>
              </a:rPr>
              <a:t>Real life Education</a:t>
            </a:r>
          </a:p>
          <a:p>
            <a:pPr marL="342900" indent="-342900">
              <a:buSzPct val="100000"/>
              <a:buChar char="•"/>
            </a:pPr>
            <a:r>
              <a:rPr lang="en-US" sz="1100" dirty="0">
                <a:solidFill>
                  <a:schemeClr val="bg1"/>
                </a:solidFill>
              </a:rPr>
              <a:t>For Class Teacher</a:t>
            </a:r>
          </a:p>
          <a:p>
            <a:pPr marL="342900" indent="-342900">
              <a:buSzPct val="100000"/>
              <a:buChar char="•"/>
            </a:pPr>
            <a:r>
              <a:rPr lang="en-US" sz="1100" dirty="0">
                <a:solidFill>
                  <a:schemeClr val="bg1"/>
                </a:solidFill>
              </a:rPr>
              <a:t>Forest Adventurers.</a:t>
            </a:r>
          </a:p>
          <a:p>
            <a:pPr marL="342900" indent="-342900">
              <a:buSzPct val="100000"/>
              <a:buChar char="•"/>
            </a:pPr>
            <a:r>
              <a:rPr lang="en-US" sz="1100" dirty="0">
                <a:solidFill>
                  <a:schemeClr val="bg1"/>
                </a:solidFill>
              </a:rPr>
              <a:t>Game-Delta </a:t>
            </a:r>
            <a:r>
              <a:rPr lang="en-US" sz="1100" dirty="0" err="1">
                <a:solidFill>
                  <a:schemeClr val="bg1"/>
                </a:solidFill>
              </a:rPr>
              <a:t>Force,Pubg</a:t>
            </a:r>
            <a:r>
              <a:rPr lang="en-US" sz="1100" dirty="0">
                <a:solidFill>
                  <a:schemeClr val="bg1"/>
                </a:solidFill>
              </a:rPr>
              <a:t> Pc</a:t>
            </a:r>
            <a:endParaRPr lang="en-US" sz="1100" dirty="0"/>
          </a:p>
        </p:txBody>
      </p:sp>
      <p:sp>
        <p:nvSpPr>
          <p:cNvPr id="24" name="Rectangle 3">
            <a:extLst>
              <a:ext uri="{FF2B5EF4-FFF2-40B4-BE49-F238E27FC236}">
                <a16:creationId xmlns:a16="http://schemas.microsoft.com/office/drawing/2014/main" id="{352ACD31-7D4A-0C49-1397-29C3254401B9}"/>
              </a:ext>
            </a:extLst>
          </p:cNvPr>
          <p:cNvSpPr>
            <a:spLocks noChangeArrowheads="1"/>
          </p:cNvSpPr>
          <p:nvPr/>
        </p:nvSpPr>
        <p:spPr bwMode="auto">
          <a:xfrm>
            <a:off x="304800" y="120133"/>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14120E"/>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9A84C"/>
          </a:solidFill>
          <a:ln w="12700">
            <a:solidFill>
              <a:srgbClr val="C9A84C"/>
            </a:solidFill>
            <a:prstDash val="solid"/>
          </a:ln>
        </p:spPr>
      </p:sp>
      <p:sp>
        <p:nvSpPr>
          <p:cNvPr id="3" name="Shape 1"/>
          <p:cNvSpPr/>
          <p:nvPr/>
        </p:nvSpPr>
        <p:spPr>
          <a:xfrm>
            <a:off x="0" y="5079492"/>
            <a:ext cx="9144000" cy="64008"/>
          </a:xfrm>
          <a:prstGeom prst="rect">
            <a:avLst/>
          </a:prstGeom>
          <a:solidFill>
            <a:srgbClr val="C9A84C"/>
          </a:solidFill>
          <a:ln w="12700">
            <a:solidFill>
              <a:srgbClr val="C9A84C"/>
            </a:solidFill>
            <a:prstDash val="solid"/>
          </a:ln>
        </p:spPr>
      </p:sp>
      <p:sp>
        <p:nvSpPr>
          <p:cNvPr id="4" name="Text 2"/>
          <p:cNvSpPr/>
          <p:nvPr/>
        </p:nvSpPr>
        <p:spPr>
          <a:xfrm>
            <a:off x="0" y="365760"/>
            <a:ext cx="4114800" cy="4389120"/>
          </a:xfrm>
          <a:prstGeom prst="rect">
            <a:avLst/>
          </a:prstGeom>
          <a:noFill/>
          <a:ln/>
        </p:spPr>
        <p:txBody>
          <a:bodyPr wrap="square" lIns="0" tIns="0" rIns="0" bIns="0" rtlCol="0" anchor="ctr"/>
          <a:lstStyle/>
          <a:p>
            <a:pPr marL="0" indent="0" algn="ctr">
              <a:buNone/>
            </a:pPr>
            <a:r>
              <a:rPr lang="en-US" sz="23000" b="1" dirty="0">
                <a:solidFill>
                  <a:srgbClr val="1E1B14"/>
                </a:solidFill>
                <a:latin typeface="Georgia" pitchFamily="34" charset="0"/>
                <a:ea typeface="Georgia" pitchFamily="34" charset="-122"/>
                <a:cs typeface="Georgia" pitchFamily="34" charset="-120"/>
              </a:rPr>
              <a:t>03</a:t>
            </a:r>
            <a:endParaRPr lang="en-US" sz="23000" dirty="0"/>
          </a:p>
        </p:txBody>
      </p:sp>
      <p:sp>
        <p:nvSpPr>
          <p:cNvPr id="5" name="Text 3"/>
          <p:cNvSpPr/>
          <p:nvPr/>
        </p:nvSpPr>
        <p:spPr>
          <a:xfrm>
            <a:off x="274320" y="502920"/>
            <a:ext cx="3657600" cy="457200"/>
          </a:xfrm>
          <a:prstGeom prst="rect">
            <a:avLst/>
          </a:prstGeom>
          <a:noFill/>
          <a:ln/>
        </p:spPr>
        <p:txBody>
          <a:bodyPr wrap="square" lIns="0" tIns="0" rIns="0" bIns="0" rtlCol="0" anchor="ctr"/>
          <a:lstStyle/>
          <a:p>
            <a:pPr marL="0" indent="0" algn="ctr">
              <a:buNone/>
            </a:pPr>
            <a:r>
              <a:rPr lang="en-US" sz="1100" b="1" kern="0" spc="800" dirty="0">
                <a:solidFill>
                  <a:srgbClr val="C9A84C"/>
                </a:solidFill>
                <a:latin typeface="Calibri" pitchFamily="34" charset="0"/>
                <a:ea typeface="Calibri" pitchFamily="34" charset="-122"/>
                <a:cs typeface="Calibri" pitchFamily="34" charset="-120"/>
              </a:rPr>
              <a:t>PROP</a:t>
            </a:r>
            <a:endParaRPr lang="en-US" sz="1100" dirty="0"/>
          </a:p>
        </p:txBody>
      </p:sp>
      <p:sp>
        <p:nvSpPr>
          <p:cNvPr id="6" name="Shape 4"/>
          <p:cNvSpPr/>
          <p:nvPr/>
        </p:nvSpPr>
        <p:spPr>
          <a:xfrm>
            <a:off x="4206240" y="457200"/>
            <a:ext cx="54864" cy="4297680"/>
          </a:xfrm>
          <a:prstGeom prst="rect">
            <a:avLst/>
          </a:prstGeom>
          <a:solidFill>
            <a:srgbClr val="C9A84C"/>
          </a:solidFill>
          <a:ln w="12700">
            <a:solidFill>
              <a:srgbClr val="C9A84C"/>
            </a:solidFill>
            <a:prstDash val="solid"/>
          </a:ln>
        </p:spPr>
      </p:sp>
      <p:sp>
        <p:nvSpPr>
          <p:cNvPr id="7" name="Text 5"/>
          <p:cNvSpPr/>
          <p:nvPr/>
        </p:nvSpPr>
        <p:spPr>
          <a:xfrm>
            <a:off x="4480560" y="1280160"/>
            <a:ext cx="4389120" cy="1097280"/>
          </a:xfrm>
          <a:prstGeom prst="rect">
            <a:avLst/>
          </a:prstGeom>
          <a:noFill/>
          <a:ln/>
        </p:spPr>
        <p:txBody>
          <a:bodyPr wrap="square" lIns="0" tIns="0" rIns="0" bIns="0" rtlCol="0" anchor="t"/>
          <a:lstStyle/>
          <a:p>
            <a:pPr marL="0" indent="0">
              <a:buNone/>
            </a:pPr>
            <a:r>
              <a:rPr lang="en-US" sz="4000" b="1" dirty="0">
                <a:solidFill>
                  <a:srgbClr val="F5F0E8"/>
                </a:solidFill>
                <a:latin typeface="Georgia" pitchFamily="34" charset="0"/>
                <a:ea typeface="Georgia" pitchFamily="34" charset="-122"/>
                <a:cs typeface="Georgia" pitchFamily="34" charset="-120"/>
              </a:rPr>
              <a:t>IWI TAVOR TAR-21</a:t>
            </a:r>
            <a:endParaRPr lang="en-US" sz="4000" dirty="0"/>
          </a:p>
        </p:txBody>
      </p:sp>
      <p:sp>
        <p:nvSpPr>
          <p:cNvPr id="8" name="Text 6"/>
          <p:cNvSpPr/>
          <p:nvPr/>
        </p:nvSpPr>
        <p:spPr>
          <a:xfrm>
            <a:off x="4480560" y="2468880"/>
            <a:ext cx="4389120" cy="548640"/>
          </a:xfrm>
          <a:prstGeom prst="rect">
            <a:avLst/>
          </a:prstGeom>
          <a:noFill/>
          <a:ln/>
        </p:spPr>
        <p:txBody>
          <a:bodyPr wrap="square" lIns="0" tIns="0" rIns="0" bIns="0" rtlCol="0" anchor="t"/>
          <a:lstStyle/>
          <a:p>
            <a:pPr marL="0" indent="0">
              <a:buNone/>
            </a:pPr>
            <a:endParaRPr lang="en-US" sz="1400" dirty="0"/>
          </a:p>
        </p:txBody>
      </p:sp>
      <p:sp>
        <p:nvSpPr>
          <p:cNvPr id="9" name="Shape 7"/>
          <p:cNvSpPr/>
          <p:nvPr/>
        </p:nvSpPr>
        <p:spPr>
          <a:xfrm>
            <a:off x="4480560" y="3090672"/>
            <a:ext cx="4114800" cy="22860"/>
          </a:xfrm>
          <a:prstGeom prst="rect">
            <a:avLst/>
          </a:prstGeom>
          <a:solidFill>
            <a:srgbClr val="3A3320"/>
          </a:solidFill>
          <a:ln w="12700">
            <a:solidFill>
              <a:srgbClr val="3A3320"/>
            </a:solidFill>
            <a:prstDash val="solid"/>
          </a:ln>
        </p:spPr>
      </p:sp>
      <p:sp>
        <p:nvSpPr>
          <p:cNvPr id="10" name="Text 8"/>
          <p:cNvSpPr/>
          <p:nvPr/>
        </p:nvSpPr>
        <p:spPr>
          <a:xfrm>
            <a:off x="4480560" y="3218688"/>
            <a:ext cx="4114800" cy="320040"/>
          </a:xfrm>
          <a:prstGeom prst="rect">
            <a:avLst/>
          </a:prstGeom>
          <a:noFill/>
          <a:ln/>
        </p:spPr>
        <p:txBody>
          <a:bodyPr wrap="square" lIns="0" tIns="0" rIns="0" bIns="0" rtlCol="0" anchor="ctr"/>
          <a:lstStyle/>
          <a:p>
            <a:pPr marL="0" indent="0">
              <a:buNone/>
            </a:pPr>
            <a:r>
              <a:rPr lang="en-US" sz="1000" dirty="0">
                <a:solidFill>
                  <a:srgbClr val="9A9080"/>
                </a:solidFill>
                <a:latin typeface="Calibri" pitchFamily="34" charset="0"/>
                <a:ea typeface="Calibri" pitchFamily="34" charset="-122"/>
                <a:cs typeface="Calibri" pitchFamily="34" charset="-120"/>
              </a:rPr>
              <a:t>Scroll for full analysis →</a:t>
            </a:r>
            <a:endParaRPr lang="en-US" sz="1000" dirty="0"/>
          </a:p>
        </p:txBody>
      </p:sp>
      <p:pic>
        <p:nvPicPr>
          <p:cNvPr id="11" name="Content Placeholder 4">
            <a:extLst>
              <a:ext uri="{FF2B5EF4-FFF2-40B4-BE49-F238E27FC236}">
                <a16:creationId xmlns:a16="http://schemas.microsoft.com/office/drawing/2014/main" id="{81DB0DA2-C771-F808-DD80-008F7C06C0F2}"/>
              </a:ext>
            </a:extLst>
          </p:cNvPr>
          <p:cNvPicPr>
            <a:picLocks noChangeAspect="1"/>
          </p:cNvPicPr>
          <p:nvPr/>
        </p:nvPicPr>
        <p:blipFill>
          <a:blip r:embed="rId3"/>
          <a:stretch>
            <a:fillRect/>
          </a:stretch>
        </p:blipFill>
        <p:spPr>
          <a:xfrm>
            <a:off x="81839" y="1280160"/>
            <a:ext cx="4032961" cy="304241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52E6C0F-FD47-575A-C0AD-3F906FFB3936}"/>
              </a:ext>
            </a:extLst>
          </p:cNvPr>
          <p:cNvPicPr>
            <a:picLocks noChangeAspect="1"/>
          </p:cNvPicPr>
          <p:nvPr/>
        </p:nvPicPr>
        <p:blipFill>
          <a:blip r:embed="rId2"/>
          <a:stretch>
            <a:fillRect/>
          </a:stretch>
        </p:blipFill>
        <p:spPr>
          <a:xfrm>
            <a:off x="30773" y="0"/>
            <a:ext cx="9113227" cy="5143500"/>
          </a:xfrm>
          <a:prstGeom prst="rect">
            <a:avLst/>
          </a:prstGeom>
        </p:spPr>
      </p:pic>
    </p:spTree>
    <p:extLst>
      <p:ext uri="{BB962C8B-B14F-4D97-AF65-F5344CB8AC3E}">
        <p14:creationId xmlns:p14="http://schemas.microsoft.com/office/powerpoint/2010/main" val="15341531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20E"/>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9A84C"/>
          </a:solidFill>
          <a:ln w="12700">
            <a:solidFill>
              <a:srgbClr val="C9A84C"/>
            </a:solidFill>
            <a:prstDash val="solid"/>
          </a:ln>
        </p:spPr>
      </p:sp>
      <p:sp>
        <p:nvSpPr>
          <p:cNvPr id="3" name="Shape 1"/>
          <p:cNvSpPr/>
          <p:nvPr/>
        </p:nvSpPr>
        <p:spPr>
          <a:xfrm>
            <a:off x="0" y="5079492"/>
            <a:ext cx="9144000" cy="64008"/>
          </a:xfrm>
          <a:prstGeom prst="rect">
            <a:avLst/>
          </a:prstGeom>
          <a:solidFill>
            <a:srgbClr val="C9A84C"/>
          </a:solidFill>
          <a:ln w="12700">
            <a:solidFill>
              <a:srgbClr val="C9A84C"/>
            </a:solidFill>
            <a:prstDash val="solid"/>
          </a:ln>
        </p:spPr>
      </p:sp>
      <p:sp>
        <p:nvSpPr>
          <p:cNvPr id="4" name="Shape 2"/>
          <p:cNvSpPr/>
          <p:nvPr/>
        </p:nvSpPr>
        <p:spPr>
          <a:xfrm>
            <a:off x="0" y="64008"/>
            <a:ext cx="9144000" cy="594360"/>
          </a:xfrm>
          <a:prstGeom prst="rect">
            <a:avLst/>
          </a:prstGeom>
          <a:solidFill>
            <a:srgbClr val="1E1B14"/>
          </a:solidFill>
          <a:ln w="12700">
            <a:solidFill>
              <a:srgbClr val="1E1B14"/>
            </a:solidFill>
            <a:prstDash val="solid"/>
          </a:ln>
        </p:spPr>
      </p:sp>
      <p:sp>
        <p:nvSpPr>
          <p:cNvPr id="5" name="Text 3"/>
          <p:cNvSpPr/>
          <p:nvPr/>
        </p:nvSpPr>
        <p:spPr>
          <a:xfrm>
            <a:off x="365760" y="64008"/>
            <a:ext cx="8412480" cy="594360"/>
          </a:xfrm>
          <a:prstGeom prst="rect">
            <a:avLst/>
          </a:prstGeom>
          <a:noFill/>
          <a:ln/>
        </p:spPr>
        <p:txBody>
          <a:bodyPr wrap="square" lIns="0" tIns="0" rIns="0" bIns="0" rtlCol="0" anchor="ctr"/>
          <a:lstStyle/>
          <a:p>
            <a:pPr marL="0" indent="0">
              <a:buNone/>
            </a:pPr>
            <a:r>
              <a:rPr lang="en-US" sz="1000" b="1" kern="0" spc="300" dirty="0">
                <a:solidFill>
                  <a:srgbClr val="C9A84C"/>
                </a:solidFill>
                <a:latin typeface="Calibri" pitchFamily="34" charset="0"/>
                <a:ea typeface="Calibri" pitchFamily="34" charset="-122"/>
                <a:cs typeface="Calibri" pitchFamily="34" charset="-120"/>
              </a:rPr>
              <a:t>03  ·  MEDIEVAL SWORD  ·  REAL-LIFE REFERENCE DETAILS</a:t>
            </a:r>
            <a:endParaRPr lang="en-US" sz="1000" dirty="0"/>
          </a:p>
        </p:txBody>
      </p:sp>
      <p:sp>
        <p:nvSpPr>
          <p:cNvPr id="6" name="Shape 4"/>
          <p:cNvSpPr/>
          <p:nvPr/>
        </p:nvSpPr>
        <p:spPr>
          <a:xfrm>
            <a:off x="274320" y="777240"/>
            <a:ext cx="4023360" cy="1234440"/>
          </a:xfrm>
          <a:prstGeom prst="rect">
            <a:avLst/>
          </a:prstGeom>
          <a:solidFill>
            <a:srgbClr val="252018"/>
          </a:solidFill>
          <a:ln w="12700">
            <a:solidFill>
              <a:srgbClr val="3A3320"/>
            </a:solidFill>
            <a:prstDash val="solid"/>
          </a:ln>
          <a:effectLst>
            <a:outerShdw blurRad="101600" dist="38100" dir="8100000" algn="bl" rotWithShape="0">
              <a:srgbClr val="000000">
                <a:alpha val="40000"/>
              </a:srgbClr>
            </a:outerShdw>
          </a:effectLst>
        </p:spPr>
      </p:sp>
      <p:sp>
        <p:nvSpPr>
          <p:cNvPr id="7" name="Text 5"/>
          <p:cNvSpPr/>
          <p:nvPr/>
        </p:nvSpPr>
        <p:spPr>
          <a:xfrm>
            <a:off x="274320" y="777240"/>
            <a:ext cx="4023360" cy="292608"/>
          </a:xfrm>
          <a:prstGeom prst="rect">
            <a:avLst/>
          </a:prstGeom>
          <a:solidFill>
            <a:srgbClr val="1A1710"/>
          </a:solidFill>
          <a:ln/>
        </p:spPr>
        <p:txBody>
          <a:bodyPr wrap="square" lIns="0" tIns="0" rIns="0" bIns="0" rtlCol="0" anchor="ctr"/>
          <a:lstStyle/>
          <a:p>
            <a:pPr marL="0" indent="0" algn="ctr">
              <a:buNone/>
            </a:pPr>
            <a:r>
              <a:rPr lang="en-US" sz="800" b="1" kern="0" spc="500" dirty="0">
                <a:solidFill>
                  <a:srgbClr val="C9A84C"/>
                </a:solidFill>
                <a:latin typeface="Calibri" pitchFamily="34" charset="0"/>
                <a:ea typeface="Calibri" pitchFamily="34" charset="-122"/>
                <a:cs typeface="Calibri" pitchFamily="34" charset="-120"/>
              </a:rPr>
              <a:t>OVERVIEW</a:t>
            </a:r>
            <a:endParaRPr lang="en-US" sz="800" dirty="0"/>
          </a:p>
        </p:txBody>
      </p:sp>
      <p:sp>
        <p:nvSpPr>
          <p:cNvPr id="8" name="Text 6"/>
          <p:cNvSpPr/>
          <p:nvPr/>
        </p:nvSpPr>
        <p:spPr>
          <a:xfrm>
            <a:off x="411480" y="1097280"/>
            <a:ext cx="3749040" cy="822960"/>
          </a:xfrm>
          <a:prstGeom prst="rect">
            <a:avLst/>
          </a:prstGeom>
          <a:noFill/>
          <a:ln/>
        </p:spPr>
        <p:txBody>
          <a:bodyPr wrap="square" lIns="0" tIns="0" rIns="0" bIns="0" rtlCol="0" anchor="t"/>
          <a:lstStyle/>
          <a:p>
            <a:pPr marL="0" indent="0">
              <a:buNone/>
            </a:pPr>
            <a:r>
              <a:rPr lang="en-US" sz="1100" dirty="0">
                <a:solidFill>
                  <a:srgbClr val="F5F0E8"/>
                </a:solidFill>
                <a:latin typeface="Calibri" pitchFamily="34" charset="0"/>
                <a:ea typeface="Calibri" pitchFamily="34" charset="-122"/>
                <a:cs typeface="Calibri" pitchFamily="34" charset="-120"/>
              </a:rPr>
              <a:t>The Tavor TAR-21 is a modern bullpup-style assault rifle developed by Israel Weapon Industries. It is widely recognized for its compact form factor, reliability, and futuristic design. The rifle places the action and magazine behind the trigger, allowing a shorter overall length while maintaining a standard barrel length..</a:t>
            </a:r>
            <a:endParaRPr lang="en-US" sz="1100" dirty="0"/>
          </a:p>
        </p:txBody>
      </p:sp>
      <p:sp>
        <p:nvSpPr>
          <p:cNvPr id="11" name="Text 9"/>
          <p:cNvSpPr/>
          <p:nvPr/>
        </p:nvSpPr>
        <p:spPr>
          <a:xfrm>
            <a:off x="4983480" y="1097280"/>
            <a:ext cx="3749040" cy="822960"/>
          </a:xfrm>
          <a:prstGeom prst="rect">
            <a:avLst/>
          </a:prstGeom>
          <a:noFill/>
          <a:ln/>
        </p:spPr>
        <p:txBody>
          <a:bodyPr wrap="square" lIns="0" tIns="0" rIns="0" bIns="0" rtlCol="0" anchor="t"/>
          <a:lstStyle/>
          <a:p>
            <a:pPr marL="0" indent="0">
              <a:buNone/>
            </a:pPr>
            <a:endParaRPr lang="en-US" sz="1100" dirty="0"/>
          </a:p>
        </p:txBody>
      </p:sp>
      <p:sp>
        <p:nvSpPr>
          <p:cNvPr id="14" name="Shape 12"/>
          <p:cNvSpPr/>
          <p:nvPr/>
        </p:nvSpPr>
        <p:spPr>
          <a:xfrm>
            <a:off x="4437477" y="2130552"/>
            <a:ext cx="4023360" cy="2697480"/>
          </a:xfrm>
          <a:prstGeom prst="rect">
            <a:avLst/>
          </a:prstGeom>
          <a:solidFill>
            <a:srgbClr val="252018"/>
          </a:solidFill>
          <a:ln w="12700">
            <a:solidFill>
              <a:srgbClr val="3A3320"/>
            </a:solidFill>
            <a:prstDash val="solid"/>
          </a:ln>
          <a:effectLst>
            <a:outerShdw blurRad="101600" dist="38100" dir="8100000" algn="bl" rotWithShape="0">
              <a:srgbClr val="000000">
                <a:alpha val="40000"/>
              </a:srgbClr>
            </a:outerShdw>
          </a:effectLst>
        </p:spPr>
      </p:sp>
      <p:sp>
        <p:nvSpPr>
          <p:cNvPr id="15" name="Text 13"/>
          <p:cNvSpPr/>
          <p:nvPr/>
        </p:nvSpPr>
        <p:spPr>
          <a:xfrm>
            <a:off x="4437477" y="2130552"/>
            <a:ext cx="4023360" cy="320040"/>
          </a:xfrm>
          <a:prstGeom prst="rect">
            <a:avLst/>
          </a:prstGeom>
          <a:solidFill>
            <a:srgbClr val="1A1710"/>
          </a:solidFill>
          <a:ln/>
        </p:spPr>
        <p:txBody>
          <a:bodyPr wrap="square" lIns="0" tIns="0" rIns="0" bIns="0" rtlCol="0" anchor="ctr"/>
          <a:lstStyle/>
          <a:p>
            <a:pPr marL="0" indent="0" algn="ctr">
              <a:buNone/>
            </a:pPr>
            <a:r>
              <a:rPr lang="en-US" sz="800" b="1" kern="0" spc="500" dirty="0">
                <a:solidFill>
                  <a:srgbClr val="C9A84C"/>
                </a:solidFill>
                <a:latin typeface="Calibri" pitchFamily="34" charset="0"/>
                <a:ea typeface="Calibri" pitchFamily="34" charset="-122"/>
                <a:cs typeface="Calibri" pitchFamily="34" charset="-120"/>
              </a:rPr>
              <a:t>DESIGN INSPIRATION</a:t>
            </a:r>
            <a:endParaRPr lang="en-US" sz="800" dirty="0"/>
          </a:p>
        </p:txBody>
      </p:sp>
      <p:sp>
        <p:nvSpPr>
          <p:cNvPr id="16" name="Text 14"/>
          <p:cNvSpPr/>
          <p:nvPr/>
        </p:nvSpPr>
        <p:spPr>
          <a:xfrm>
            <a:off x="4495507" y="2628900"/>
            <a:ext cx="3749040" cy="2194560"/>
          </a:xfrm>
          <a:prstGeom prst="rect">
            <a:avLst/>
          </a:prstGeom>
          <a:noFill/>
          <a:ln/>
        </p:spPr>
        <p:txBody>
          <a:bodyPr wrap="square" lIns="0" tIns="0" rIns="0" bIns="0" rtlCol="0" anchor="t"/>
          <a:lstStyle/>
          <a:p>
            <a:pPr marL="342900" indent="-342900">
              <a:buSzPct val="100000"/>
              <a:buChar char="•"/>
            </a:pPr>
            <a:r>
              <a:rPr lang="en-US" sz="1100" dirty="0">
                <a:solidFill>
                  <a:schemeClr val="bg1"/>
                </a:solidFill>
              </a:rPr>
              <a:t>Weapon use by Indian Marcos </a:t>
            </a:r>
          </a:p>
          <a:p>
            <a:pPr marL="342900" indent="-342900">
              <a:buSzPct val="100000"/>
              <a:buChar char="•"/>
            </a:pPr>
            <a:r>
              <a:rPr lang="en-US" sz="1100" dirty="0">
                <a:solidFill>
                  <a:schemeClr val="bg1"/>
                </a:solidFill>
              </a:rPr>
              <a:t>Theme and Art design- </a:t>
            </a:r>
            <a:r>
              <a:rPr lang="en-US" sz="1100" dirty="0" err="1">
                <a:solidFill>
                  <a:schemeClr val="bg1"/>
                </a:solidFill>
              </a:rPr>
              <a:t>Farlight</a:t>
            </a:r>
            <a:r>
              <a:rPr lang="en-US" sz="1100" dirty="0">
                <a:solidFill>
                  <a:schemeClr val="bg1"/>
                </a:solidFill>
              </a:rPr>
              <a:t> 84</a:t>
            </a:r>
          </a:p>
          <a:p>
            <a:pPr marL="342900" indent="-342900">
              <a:buSzPct val="100000"/>
              <a:buChar char="•"/>
            </a:pPr>
            <a:endParaRPr lang="en-US" sz="1100" dirty="0">
              <a:solidFill>
                <a:schemeClr val="bg1"/>
              </a:solidFill>
            </a:endParaRPr>
          </a:p>
        </p:txBody>
      </p:sp>
      <p:sp>
        <p:nvSpPr>
          <p:cNvPr id="19" name="Text 17"/>
          <p:cNvSpPr/>
          <p:nvPr/>
        </p:nvSpPr>
        <p:spPr>
          <a:xfrm>
            <a:off x="4983480" y="2514600"/>
            <a:ext cx="3749040" cy="2194560"/>
          </a:xfrm>
          <a:prstGeom prst="rect">
            <a:avLst/>
          </a:prstGeom>
          <a:noFill/>
          <a:ln/>
        </p:spPr>
        <p:txBody>
          <a:bodyPr wrap="square" lIns="0" tIns="0" rIns="0" bIns="0" rtlCol="0" anchor="t"/>
          <a:lstStyle/>
          <a:p>
            <a:pPr marL="342900" indent="-342900">
              <a:buSzPct val="100000"/>
              <a:buChar char="•"/>
            </a:pP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4">
    <p:bg>
      <p:bgPr>
        <a:solidFill>
          <a:srgbClr val="14120E"/>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9A84C"/>
          </a:solidFill>
          <a:ln w="12700">
            <a:solidFill>
              <a:srgbClr val="C9A84C"/>
            </a:solidFill>
            <a:prstDash val="solid"/>
          </a:ln>
        </p:spPr>
      </p:sp>
      <p:sp>
        <p:nvSpPr>
          <p:cNvPr id="3" name="Shape 1"/>
          <p:cNvSpPr/>
          <p:nvPr/>
        </p:nvSpPr>
        <p:spPr>
          <a:xfrm>
            <a:off x="0" y="5079492"/>
            <a:ext cx="9144000" cy="64008"/>
          </a:xfrm>
          <a:prstGeom prst="rect">
            <a:avLst/>
          </a:prstGeom>
          <a:solidFill>
            <a:srgbClr val="C9A84C"/>
          </a:solidFill>
          <a:ln w="12700">
            <a:solidFill>
              <a:srgbClr val="C9A84C"/>
            </a:solidFill>
            <a:prstDash val="solid"/>
          </a:ln>
        </p:spPr>
      </p:sp>
      <p:sp>
        <p:nvSpPr>
          <p:cNvPr id="4" name="Text 2"/>
          <p:cNvSpPr/>
          <p:nvPr/>
        </p:nvSpPr>
        <p:spPr>
          <a:xfrm>
            <a:off x="0" y="365760"/>
            <a:ext cx="4114800" cy="4389120"/>
          </a:xfrm>
          <a:prstGeom prst="rect">
            <a:avLst/>
          </a:prstGeom>
          <a:noFill/>
          <a:ln/>
        </p:spPr>
        <p:txBody>
          <a:bodyPr wrap="square" lIns="0" tIns="0" rIns="0" bIns="0" rtlCol="0" anchor="ctr"/>
          <a:lstStyle/>
          <a:p>
            <a:pPr marL="0" indent="0" algn="ctr">
              <a:buNone/>
            </a:pPr>
            <a:r>
              <a:rPr lang="en-US" sz="23000" b="1" dirty="0">
                <a:solidFill>
                  <a:srgbClr val="1E1B14"/>
                </a:solidFill>
                <a:latin typeface="Georgia" pitchFamily="34" charset="0"/>
                <a:ea typeface="Georgia" pitchFamily="34" charset="-122"/>
                <a:cs typeface="Georgia" pitchFamily="34" charset="-120"/>
              </a:rPr>
              <a:t>02</a:t>
            </a:r>
            <a:endParaRPr lang="en-US" sz="23000" dirty="0"/>
          </a:p>
        </p:txBody>
      </p:sp>
      <p:sp>
        <p:nvSpPr>
          <p:cNvPr id="5" name="Text 3"/>
          <p:cNvSpPr/>
          <p:nvPr/>
        </p:nvSpPr>
        <p:spPr>
          <a:xfrm>
            <a:off x="274320" y="502920"/>
            <a:ext cx="3657600" cy="457200"/>
          </a:xfrm>
          <a:prstGeom prst="rect">
            <a:avLst/>
          </a:prstGeom>
          <a:noFill/>
          <a:ln/>
        </p:spPr>
        <p:txBody>
          <a:bodyPr wrap="square" lIns="0" tIns="0" rIns="0" bIns="0" rtlCol="0" anchor="ctr"/>
          <a:lstStyle/>
          <a:p>
            <a:pPr marL="0" indent="0" algn="ctr">
              <a:buNone/>
            </a:pPr>
            <a:r>
              <a:rPr lang="en-US" sz="1100" b="1" kern="0" spc="800" dirty="0">
                <a:solidFill>
                  <a:srgbClr val="C9A84C"/>
                </a:solidFill>
                <a:latin typeface="Calibri" pitchFamily="34" charset="0"/>
                <a:ea typeface="Calibri" pitchFamily="34" charset="-122"/>
                <a:cs typeface="Calibri" pitchFamily="34" charset="-120"/>
              </a:rPr>
              <a:t>PROP</a:t>
            </a:r>
            <a:endParaRPr lang="en-US" sz="1100" dirty="0"/>
          </a:p>
        </p:txBody>
      </p:sp>
      <p:sp>
        <p:nvSpPr>
          <p:cNvPr id="6" name="Shape 4"/>
          <p:cNvSpPr/>
          <p:nvPr/>
        </p:nvSpPr>
        <p:spPr>
          <a:xfrm>
            <a:off x="4206240" y="457200"/>
            <a:ext cx="54864" cy="4297680"/>
          </a:xfrm>
          <a:prstGeom prst="rect">
            <a:avLst/>
          </a:prstGeom>
          <a:solidFill>
            <a:srgbClr val="C9A84C"/>
          </a:solidFill>
          <a:ln w="12700">
            <a:solidFill>
              <a:srgbClr val="C9A84C"/>
            </a:solidFill>
            <a:prstDash val="solid"/>
          </a:ln>
        </p:spPr>
      </p:sp>
      <p:sp>
        <p:nvSpPr>
          <p:cNvPr id="7" name="Text 5"/>
          <p:cNvSpPr/>
          <p:nvPr/>
        </p:nvSpPr>
        <p:spPr>
          <a:xfrm>
            <a:off x="4480560" y="1280160"/>
            <a:ext cx="4389120" cy="1097280"/>
          </a:xfrm>
          <a:prstGeom prst="rect">
            <a:avLst/>
          </a:prstGeom>
          <a:noFill/>
          <a:ln/>
        </p:spPr>
        <p:txBody>
          <a:bodyPr wrap="square" lIns="0" tIns="0" rIns="0" bIns="0" rtlCol="0" anchor="t"/>
          <a:lstStyle/>
          <a:p>
            <a:pPr marL="0" indent="0">
              <a:buNone/>
            </a:pPr>
            <a:r>
              <a:rPr lang="en-US" sz="4000" b="1" dirty="0">
                <a:solidFill>
                  <a:srgbClr val="F5F0E8"/>
                </a:solidFill>
                <a:latin typeface="Georgia" pitchFamily="34" charset="0"/>
                <a:ea typeface="Georgia" pitchFamily="34" charset="-122"/>
                <a:cs typeface="Georgia" pitchFamily="34" charset="-120"/>
              </a:rPr>
              <a:t>INDIAN MARCOS</a:t>
            </a:r>
            <a:endParaRPr lang="en-US" sz="4000" dirty="0"/>
          </a:p>
        </p:txBody>
      </p:sp>
      <p:sp>
        <p:nvSpPr>
          <p:cNvPr id="8" name="Text 6"/>
          <p:cNvSpPr/>
          <p:nvPr/>
        </p:nvSpPr>
        <p:spPr>
          <a:xfrm>
            <a:off x="4480560" y="2468880"/>
            <a:ext cx="4389120" cy="548640"/>
          </a:xfrm>
          <a:prstGeom prst="rect">
            <a:avLst/>
          </a:prstGeom>
          <a:noFill/>
          <a:ln/>
        </p:spPr>
        <p:txBody>
          <a:bodyPr wrap="square" lIns="0" tIns="0" rIns="0" bIns="0" rtlCol="0" anchor="t"/>
          <a:lstStyle/>
          <a:p>
            <a:pPr marL="0" indent="0">
              <a:buNone/>
            </a:pPr>
            <a:endParaRPr lang="en-US" sz="1400" dirty="0"/>
          </a:p>
        </p:txBody>
      </p:sp>
      <p:sp>
        <p:nvSpPr>
          <p:cNvPr id="9" name="Shape 7"/>
          <p:cNvSpPr/>
          <p:nvPr/>
        </p:nvSpPr>
        <p:spPr>
          <a:xfrm>
            <a:off x="4480560" y="3090672"/>
            <a:ext cx="4114800" cy="22860"/>
          </a:xfrm>
          <a:prstGeom prst="rect">
            <a:avLst/>
          </a:prstGeom>
          <a:solidFill>
            <a:srgbClr val="3A3320"/>
          </a:solidFill>
          <a:ln w="12700">
            <a:solidFill>
              <a:srgbClr val="3A3320"/>
            </a:solidFill>
            <a:prstDash val="solid"/>
          </a:ln>
        </p:spPr>
      </p:sp>
      <p:sp>
        <p:nvSpPr>
          <p:cNvPr id="10" name="Text 8"/>
          <p:cNvSpPr/>
          <p:nvPr/>
        </p:nvSpPr>
        <p:spPr>
          <a:xfrm>
            <a:off x="4480560" y="3218688"/>
            <a:ext cx="4114800" cy="320040"/>
          </a:xfrm>
          <a:prstGeom prst="rect">
            <a:avLst/>
          </a:prstGeom>
          <a:noFill/>
          <a:ln/>
        </p:spPr>
        <p:txBody>
          <a:bodyPr wrap="square" lIns="0" tIns="0" rIns="0" bIns="0" rtlCol="0" anchor="ctr"/>
          <a:lstStyle/>
          <a:p>
            <a:pPr marL="0" indent="0">
              <a:buNone/>
            </a:pPr>
            <a:r>
              <a:rPr lang="en-US" sz="1000" dirty="0">
                <a:solidFill>
                  <a:srgbClr val="9A9080"/>
                </a:solidFill>
                <a:latin typeface="Calibri" pitchFamily="34" charset="0"/>
                <a:ea typeface="Calibri" pitchFamily="34" charset="-122"/>
                <a:cs typeface="Calibri" pitchFamily="34" charset="-120"/>
              </a:rPr>
              <a:t>Scroll for full analysis →</a:t>
            </a:r>
            <a:endParaRPr lang="en-US" sz="1000" dirty="0"/>
          </a:p>
        </p:txBody>
      </p:sp>
      <p:pic>
        <p:nvPicPr>
          <p:cNvPr id="11" name="Content Placeholder 4">
            <a:extLst>
              <a:ext uri="{FF2B5EF4-FFF2-40B4-BE49-F238E27FC236}">
                <a16:creationId xmlns:a16="http://schemas.microsoft.com/office/drawing/2014/main" id="{9CDC36E5-B3AD-D9AA-F931-06FF2522F133}"/>
              </a:ext>
            </a:extLst>
          </p:cNvPr>
          <p:cNvPicPr>
            <a:picLocks noChangeAspect="1"/>
          </p:cNvPicPr>
          <p:nvPr/>
        </p:nvPicPr>
        <p:blipFill>
          <a:blip r:embed="rId3"/>
          <a:stretch>
            <a:fillRect/>
          </a:stretch>
        </p:blipFill>
        <p:spPr>
          <a:xfrm>
            <a:off x="-40963" y="1148654"/>
            <a:ext cx="4196726" cy="312664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A970EA0-81AC-07CF-8BD8-6688832E0499}"/>
              </a:ext>
            </a:extLst>
          </p:cNvPr>
          <p:cNvPicPr>
            <a:picLocks noChangeAspect="1"/>
          </p:cNvPicPr>
          <p:nvPr/>
        </p:nvPicPr>
        <p:blipFill>
          <a:blip r:embed="rId2"/>
          <a:stretch>
            <a:fillRect/>
          </a:stretch>
        </p:blipFill>
        <p:spPr>
          <a:xfrm>
            <a:off x="281354" y="0"/>
            <a:ext cx="8748346" cy="5143500"/>
          </a:xfrm>
          <a:prstGeom prst="rect">
            <a:avLst/>
          </a:prstGeom>
        </p:spPr>
      </p:pic>
    </p:spTree>
    <p:extLst>
      <p:ext uri="{BB962C8B-B14F-4D97-AF65-F5344CB8AC3E}">
        <p14:creationId xmlns:p14="http://schemas.microsoft.com/office/powerpoint/2010/main" val="26443478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5">
    <p:bg>
      <p:bgPr>
        <a:solidFill>
          <a:srgbClr val="14120E"/>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9A84C"/>
          </a:solidFill>
          <a:ln w="12700">
            <a:solidFill>
              <a:srgbClr val="C9A84C"/>
            </a:solidFill>
            <a:prstDash val="solid"/>
          </a:ln>
        </p:spPr>
      </p:sp>
      <p:sp>
        <p:nvSpPr>
          <p:cNvPr id="3" name="Shape 1"/>
          <p:cNvSpPr/>
          <p:nvPr/>
        </p:nvSpPr>
        <p:spPr>
          <a:xfrm>
            <a:off x="0" y="5079492"/>
            <a:ext cx="9144000" cy="64008"/>
          </a:xfrm>
          <a:prstGeom prst="rect">
            <a:avLst/>
          </a:prstGeom>
          <a:solidFill>
            <a:srgbClr val="C9A84C"/>
          </a:solidFill>
          <a:ln w="12700">
            <a:solidFill>
              <a:srgbClr val="C9A84C"/>
            </a:solidFill>
            <a:prstDash val="solid"/>
          </a:ln>
        </p:spPr>
      </p:sp>
      <p:sp>
        <p:nvSpPr>
          <p:cNvPr id="4" name="Shape 2"/>
          <p:cNvSpPr/>
          <p:nvPr/>
        </p:nvSpPr>
        <p:spPr>
          <a:xfrm>
            <a:off x="0" y="64008"/>
            <a:ext cx="9144000" cy="594360"/>
          </a:xfrm>
          <a:prstGeom prst="rect">
            <a:avLst/>
          </a:prstGeom>
          <a:solidFill>
            <a:srgbClr val="1E1B14"/>
          </a:solidFill>
          <a:ln w="12700">
            <a:solidFill>
              <a:srgbClr val="1E1B14"/>
            </a:solidFill>
            <a:prstDash val="solid"/>
          </a:ln>
        </p:spPr>
      </p:sp>
      <p:sp>
        <p:nvSpPr>
          <p:cNvPr id="5" name="Text 3"/>
          <p:cNvSpPr/>
          <p:nvPr/>
        </p:nvSpPr>
        <p:spPr>
          <a:xfrm>
            <a:off x="365760" y="64008"/>
            <a:ext cx="8412480" cy="594360"/>
          </a:xfrm>
          <a:prstGeom prst="rect">
            <a:avLst/>
          </a:prstGeom>
          <a:noFill/>
          <a:ln/>
        </p:spPr>
        <p:txBody>
          <a:bodyPr wrap="square" lIns="0" tIns="0" rIns="0" bIns="0" rtlCol="0" anchor="ctr"/>
          <a:lstStyle/>
          <a:p>
            <a:pPr marL="0" indent="0">
              <a:buNone/>
            </a:pPr>
            <a:r>
              <a:rPr lang="en-US" sz="1000" b="1" kern="0" spc="300" dirty="0">
                <a:solidFill>
                  <a:srgbClr val="C9A84C"/>
                </a:solidFill>
                <a:latin typeface="Calibri" pitchFamily="34" charset="0"/>
                <a:ea typeface="Calibri" pitchFamily="34" charset="-122"/>
                <a:cs typeface="Calibri" pitchFamily="34" charset="-120"/>
              </a:rPr>
              <a:t>02  ·  LEATHER SATCHEL  ·  REAL-LIFE REFERENCE DETAILS</a:t>
            </a:r>
            <a:endParaRPr lang="en-US" sz="1000" dirty="0"/>
          </a:p>
        </p:txBody>
      </p:sp>
      <p:sp>
        <p:nvSpPr>
          <p:cNvPr id="6" name="Shape 4"/>
          <p:cNvSpPr/>
          <p:nvPr/>
        </p:nvSpPr>
        <p:spPr>
          <a:xfrm>
            <a:off x="0" y="918928"/>
            <a:ext cx="4023360" cy="1234440"/>
          </a:xfrm>
          <a:prstGeom prst="rect">
            <a:avLst/>
          </a:prstGeom>
          <a:solidFill>
            <a:srgbClr val="252018"/>
          </a:solidFill>
          <a:ln w="12700">
            <a:solidFill>
              <a:srgbClr val="3A3320"/>
            </a:solidFill>
            <a:prstDash val="solid"/>
          </a:ln>
          <a:effectLst>
            <a:outerShdw blurRad="101600" dist="38100" dir="8100000" algn="bl" rotWithShape="0">
              <a:srgbClr val="000000">
                <a:alpha val="40000"/>
              </a:srgbClr>
            </a:outerShdw>
          </a:effectLst>
        </p:spPr>
      </p:sp>
      <p:sp>
        <p:nvSpPr>
          <p:cNvPr id="7" name="Text 5"/>
          <p:cNvSpPr/>
          <p:nvPr/>
        </p:nvSpPr>
        <p:spPr>
          <a:xfrm>
            <a:off x="0" y="693361"/>
            <a:ext cx="4023360" cy="292608"/>
          </a:xfrm>
          <a:prstGeom prst="rect">
            <a:avLst/>
          </a:prstGeom>
          <a:solidFill>
            <a:srgbClr val="1A1710"/>
          </a:solidFill>
          <a:ln/>
        </p:spPr>
        <p:txBody>
          <a:bodyPr wrap="square" lIns="0" tIns="0" rIns="0" bIns="0" rtlCol="0" anchor="ctr"/>
          <a:lstStyle/>
          <a:p>
            <a:pPr marL="0" indent="0" algn="ctr">
              <a:buNone/>
            </a:pPr>
            <a:r>
              <a:rPr lang="en-US" sz="800" b="1" kern="0" spc="500" dirty="0">
                <a:solidFill>
                  <a:srgbClr val="C9A84C"/>
                </a:solidFill>
                <a:latin typeface="Calibri" pitchFamily="34" charset="0"/>
                <a:ea typeface="Calibri" pitchFamily="34" charset="-122"/>
                <a:cs typeface="Calibri" pitchFamily="34" charset="-120"/>
              </a:rPr>
              <a:t>OVERVIEW</a:t>
            </a:r>
            <a:endParaRPr lang="en-US" sz="800" dirty="0"/>
          </a:p>
        </p:txBody>
      </p:sp>
      <p:sp>
        <p:nvSpPr>
          <p:cNvPr id="8" name="Text 6"/>
          <p:cNvSpPr/>
          <p:nvPr/>
        </p:nvSpPr>
        <p:spPr>
          <a:xfrm>
            <a:off x="274320" y="1097280"/>
            <a:ext cx="3749040" cy="822960"/>
          </a:xfrm>
          <a:prstGeom prst="rect">
            <a:avLst/>
          </a:prstGeom>
          <a:noFill/>
          <a:ln/>
        </p:spPr>
        <p:txBody>
          <a:bodyPr wrap="square" lIns="0" tIns="0" rIns="0" bIns="0" rtlCol="0" anchor="t"/>
          <a:lstStyle/>
          <a:p>
            <a:pPr marL="0" indent="0">
              <a:buNone/>
            </a:pPr>
            <a:r>
              <a:rPr lang="en-US" sz="1100" dirty="0">
                <a:solidFill>
                  <a:srgbClr val="F5F0E8"/>
                </a:solidFill>
                <a:latin typeface="Calibri" pitchFamily="34" charset="0"/>
                <a:ea typeface="Calibri" pitchFamily="34" charset="-122"/>
                <a:cs typeface="Calibri" pitchFamily="34" charset="-120"/>
              </a:rPr>
              <a:t>A fully realized colored depiction of “Indian Marco,” an elite MARCOS commando. This version emphasizes realism through color balance, material contrast, and tactical authenticity while retaining a bold, stylized comic aesthetic. The character radiates intensity, authority, and battlefield readiness.</a:t>
            </a:r>
            <a:endParaRPr lang="en-US" sz="1100" dirty="0"/>
          </a:p>
        </p:txBody>
      </p:sp>
      <p:sp>
        <p:nvSpPr>
          <p:cNvPr id="11" name="Text 9"/>
          <p:cNvSpPr/>
          <p:nvPr/>
        </p:nvSpPr>
        <p:spPr>
          <a:xfrm>
            <a:off x="4983480" y="1097280"/>
            <a:ext cx="3749040" cy="822960"/>
          </a:xfrm>
          <a:prstGeom prst="rect">
            <a:avLst/>
          </a:prstGeom>
          <a:noFill/>
          <a:ln/>
        </p:spPr>
        <p:txBody>
          <a:bodyPr wrap="square" lIns="0" tIns="0" rIns="0" bIns="0" rtlCol="0" anchor="t"/>
          <a:lstStyle/>
          <a:p>
            <a:pPr marL="0" indent="0">
              <a:buNone/>
            </a:pPr>
            <a:endParaRPr lang="en-US" sz="1100" dirty="0"/>
          </a:p>
        </p:txBody>
      </p:sp>
      <p:sp>
        <p:nvSpPr>
          <p:cNvPr id="14" name="Shape 12"/>
          <p:cNvSpPr/>
          <p:nvPr/>
        </p:nvSpPr>
        <p:spPr>
          <a:xfrm>
            <a:off x="5120640" y="1920240"/>
            <a:ext cx="4023360" cy="2697480"/>
          </a:xfrm>
          <a:prstGeom prst="rect">
            <a:avLst/>
          </a:prstGeom>
          <a:solidFill>
            <a:srgbClr val="252018"/>
          </a:solidFill>
          <a:ln w="12700">
            <a:solidFill>
              <a:srgbClr val="3A3320"/>
            </a:solidFill>
            <a:prstDash val="solid"/>
          </a:ln>
          <a:effectLst>
            <a:outerShdw blurRad="101600" dist="38100" dir="8100000" algn="bl" rotWithShape="0">
              <a:srgbClr val="000000">
                <a:alpha val="40000"/>
              </a:srgbClr>
            </a:outerShdw>
          </a:effectLst>
        </p:spPr>
      </p:sp>
      <p:sp>
        <p:nvSpPr>
          <p:cNvPr id="15" name="Text 13"/>
          <p:cNvSpPr/>
          <p:nvPr/>
        </p:nvSpPr>
        <p:spPr>
          <a:xfrm>
            <a:off x="5120642" y="1931670"/>
            <a:ext cx="4023360" cy="320040"/>
          </a:xfrm>
          <a:prstGeom prst="rect">
            <a:avLst/>
          </a:prstGeom>
          <a:solidFill>
            <a:srgbClr val="1A1710"/>
          </a:solidFill>
          <a:ln/>
        </p:spPr>
        <p:txBody>
          <a:bodyPr wrap="square" lIns="0" tIns="0" rIns="0" bIns="0" rtlCol="0" anchor="ctr"/>
          <a:lstStyle/>
          <a:p>
            <a:pPr marL="0" indent="0" algn="ctr">
              <a:buNone/>
            </a:pPr>
            <a:r>
              <a:rPr lang="en-US" sz="800" b="1" kern="0" spc="500" dirty="0">
                <a:solidFill>
                  <a:srgbClr val="C9A84C"/>
                </a:solidFill>
                <a:latin typeface="Calibri" pitchFamily="34" charset="0"/>
                <a:ea typeface="Calibri" pitchFamily="34" charset="-122"/>
                <a:cs typeface="Calibri" pitchFamily="34" charset="-120"/>
              </a:rPr>
              <a:t>DESIGN INSPIRATION</a:t>
            </a:r>
            <a:endParaRPr lang="en-US" sz="800" dirty="0"/>
          </a:p>
        </p:txBody>
      </p:sp>
      <p:sp>
        <p:nvSpPr>
          <p:cNvPr id="16" name="Text 14"/>
          <p:cNvSpPr/>
          <p:nvPr/>
        </p:nvSpPr>
        <p:spPr>
          <a:xfrm>
            <a:off x="5345187" y="2345241"/>
            <a:ext cx="3749040" cy="2194560"/>
          </a:xfrm>
          <a:prstGeom prst="rect">
            <a:avLst/>
          </a:prstGeom>
          <a:noFill/>
          <a:ln/>
        </p:spPr>
        <p:txBody>
          <a:bodyPr wrap="square" lIns="0" tIns="0" rIns="0" bIns="0" rtlCol="0" anchor="t"/>
          <a:lstStyle/>
          <a:p>
            <a:pPr marL="342900" indent="-342900">
              <a:buSzPct val="100000"/>
              <a:buChar char="•"/>
            </a:pPr>
            <a:r>
              <a:rPr lang="en-US" sz="1100" dirty="0">
                <a:solidFill>
                  <a:srgbClr val="F5F0E8"/>
                </a:solidFill>
                <a:latin typeface="Calibri" pitchFamily="34" charset="0"/>
                <a:ea typeface="Calibri" pitchFamily="34" charset="-122"/>
                <a:cs typeface="Calibri" pitchFamily="34" charset="-120"/>
              </a:rPr>
              <a:t>Indian Marcos</a:t>
            </a:r>
            <a:endParaRPr lang="en-US" sz="1100" dirty="0"/>
          </a:p>
          <a:p>
            <a:pPr marL="342900" indent="-342900">
              <a:buSzPct val="100000"/>
              <a:buChar char="•"/>
            </a:pPr>
            <a:endParaRPr lang="en-US" sz="1100" dirty="0">
              <a:solidFill>
                <a:srgbClr val="F5F0E8"/>
              </a:solidFill>
              <a:latin typeface="Calibri" pitchFamily="34" charset="0"/>
              <a:ea typeface="Calibri" pitchFamily="34" charset="-122"/>
              <a:cs typeface="Calibri" pitchFamily="34" charset="-120"/>
            </a:endParaRPr>
          </a:p>
          <a:p>
            <a:pPr marL="342900" indent="-342900">
              <a:buSzPct val="100000"/>
              <a:buChar char="•"/>
            </a:pPr>
            <a:r>
              <a:rPr lang="en-US" sz="1100" dirty="0">
                <a:solidFill>
                  <a:srgbClr val="F5F0E8"/>
                </a:solidFill>
                <a:latin typeface="Calibri" pitchFamily="34" charset="0"/>
                <a:ea typeface="Calibri" pitchFamily="34" charset="-122"/>
                <a:cs typeface="Calibri" pitchFamily="34" charset="-120"/>
              </a:rPr>
              <a:t>Theme and Art Design –</a:t>
            </a:r>
            <a:r>
              <a:rPr lang="en-US" sz="1100" dirty="0" err="1">
                <a:solidFill>
                  <a:srgbClr val="F5F0E8"/>
                </a:solidFill>
                <a:latin typeface="Calibri" pitchFamily="34" charset="0"/>
                <a:ea typeface="Calibri" pitchFamily="34" charset="-122"/>
                <a:cs typeface="Calibri" pitchFamily="34" charset="-120"/>
              </a:rPr>
              <a:t>Farlight</a:t>
            </a:r>
            <a:r>
              <a:rPr lang="en-US" sz="1100" dirty="0">
                <a:solidFill>
                  <a:srgbClr val="F5F0E8"/>
                </a:solidFill>
                <a:latin typeface="Calibri" pitchFamily="34" charset="0"/>
                <a:ea typeface="Calibri" pitchFamily="34" charset="-122"/>
                <a:cs typeface="Calibri" pitchFamily="34" charset="-120"/>
              </a:rPr>
              <a:t> 84</a:t>
            </a:r>
            <a:endParaRPr lang="en-US" sz="1100" dirty="0"/>
          </a:p>
          <a:p>
            <a:pPr marL="342900" indent="-342900">
              <a:buSzPct val="100000"/>
              <a:buChar char="•"/>
            </a:pPr>
            <a:endParaRPr lang="en-US" sz="1100" dirty="0">
              <a:solidFill>
                <a:srgbClr val="F5F0E8"/>
              </a:solidFill>
              <a:latin typeface="Calibri" pitchFamily="34" charset="0"/>
              <a:ea typeface="Calibri" pitchFamily="34" charset="-122"/>
              <a:cs typeface="Calibri" pitchFamily="34" charset="-120"/>
            </a:endParaRPr>
          </a:p>
          <a:p>
            <a:pPr marL="342900" indent="-342900">
              <a:buSzPct val="100000"/>
              <a:buChar char="•"/>
            </a:pPr>
            <a:r>
              <a:rPr lang="en-US" sz="1100" dirty="0">
                <a:solidFill>
                  <a:srgbClr val="F5F0E8"/>
                </a:solidFill>
                <a:latin typeface="Calibri" pitchFamily="34" charset="0"/>
                <a:ea typeface="Calibri" pitchFamily="34" charset="-122"/>
                <a:cs typeface="Calibri" pitchFamily="34" charset="-120"/>
              </a:rPr>
              <a:t>Angry Emotion</a:t>
            </a:r>
          </a:p>
          <a:p>
            <a:pPr marL="342900" indent="-342900">
              <a:buSzPct val="100000"/>
              <a:buChar char="•"/>
            </a:pPr>
            <a:endParaRPr lang="en-US" sz="1100" dirty="0">
              <a:solidFill>
                <a:srgbClr val="F5F0E8"/>
              </a:solidFill>
              <a:latin typeface="Calibri" pitchFamily="34" charset="0"/>
              <a:ea typeface="Calibri" pitchFamily="34" charset="-122"/>
              <a:cs typeface="Calibri" pitchFamily="34" charset="-120"/>
            </a:endParaRPr>
          </a:p>
          <a:p>
            <a:pPr marL="342900" indent="-342900">
              <a:buSzPct val="100000"/>
              <a:buChar char="•"/>
            </a:pPr>
            <a:endParaRPr lang="en-US" sz="1100" dirty="0"/>
          </a:p>
        </p:txBody>
      </p:sp>
      <p:sp>
        <p:nvSpPr>
          <p:cNvPr id="19" name="Text 17"/>
          <p:cNvSpPr/>
          <p:nvPr/>
        </p:nvSpPr>
        <p:spPr>
          <a:xfrm>
            <a:off x="4983480" y="2514600"/>
            <a:ext cx="3749040" cy="2194560"/>
          </a:xfrm>
          <a:prstGeom prst="rect">
            <a:avLst/>
          </a:prstGeom>
          <a:noFill/>
          <a:ln/>
        </p:spPr>
        <p:txBody>
          <a:bodyPr wrap="square" lIns="0" tIns="0" rIns="0" bIns="0" rtlCol="0" anchor="t"/>
          <a:lstStyle/>
          <a:p>
            <a:pPr marL="342900" indent="-342900">
              <a:buSzPct val="100000"/>
              <a:buChar char="•"/>
            </a:pP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14120E"/>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9A84C"/>
          </a:solidFill>
          <a:ln w="12700">
            <a:solidFill>
              <a:srgbClr val="C9A84C"/>
            </a:solidFill>
            <a:prstDash val="solid"/>
          </a:ln>
        </p:spPr>
      </p:sp>
      <p:sp>
        <p:nvSpPr>
          <p:cNvPr id="3" name="Shape 1"/>
          <p:cNvSpPr/>
          <p:nvPr/>
        </p:nvSpPr>
        <p:spPr>
          <a:xfrm>
            <a:off x="0" y="5079492"/>
            <a:ext cx="9144000" cy="64008"/>
          </a:xfrm>
          <a:prstGeom prst="rect">
            <a:avLst/>
          </a:prstGeom>
          <a:solidFill>
            <a:srgbClr val="C9A84C"/>
          </a:solidFill>
          <a:ln w="12700">
            <a:solidFill>
              <a:srgbClr val="C9A84C"/>
            </a:solidFill>
            <a:prstDash val="solid"/>
          </a:ln>
        </p:spPr>
      </p:sp>
      <p:sp>
        <p:nvSpPr>
          <p:cNvPr id="4" name="Text 2"/>
          <p:cNvSpPr/>
          <p:nvPr/>
        </p:nvSpPr>
        <p:spPr>
          <a:xfrm>
            <a:off x="0" y="365760"/>
            <a:ext cx="4114800" cy="4389120"/>
          </a:xfrm>
          <a:prstGeom prst="rect">
            <a:avLst/>
          </a:prstGeom>
          <a:noFill/>
          <a:ln/>
        </p:spPr>
        <p:txBody>
          <a:bodyPr wrap="square" lIns="0" tIns="0" rIns="0" bIns="0" rtlCol="0" anchor="ctr"/>
          <a:lstStyle/>
          <a:p>
            <a:pPr marL="0" indent="0" algn="ctr">
              <a:buNone/>
            </a:pPr>
            <a:r>
              <a:rPr lang="en-US" sz="23000" b="1" dirty="0">
                <a:solidFill>
                  <a:srgbClr val="1E1B14"/>
                </a:solidFill>
                <a:latin typeface="Georgia" pitchFamily="34" charset="0"/>
                <a:ea typeface="Georgia" pitchFamily="34" charset="-122"/>
                <a:cs typeface="Georgia" pitchFamily="34" charset="-120"/>
              </a:rPr>
              <a:t>04</a:t>
            </a:r>
            <a:endParaRPr lang="en-US" sz="23000" dirty="0"/>
          </a:p>
        </p:txBody>
      </p:sp>
      <p:sp>
        <p:nvSpPr>
          <p:cNvPr id="5" name="Text 3"/>
          <p:cNvSpPr/>
          <p:nvPr/>
        </p:nvSpPr>
        <p:spPr>
          <a:xfrm>
            <a:off x="274320" y="502920"/>
            <a:ext cx="3657600" cy="457200"/>
          </a:xfrm>
          <a:prstGeom prst="rect">
            <a:avLst/>
          </a:prstGeom>
          <a:noFill/>
          <a:ln/>
        </p:spPr>
        <p:txBody>
          <a:bodyPr wrap="square" lIns="0" tIns="0" rIns="0" bIns="0" rtlCol="0" anchor="ctr"/>
          <a:lstStyle/>
          <a:p>
            <a:pPr marL="0" indent="0" algn="ctr">
              <a:buNone/>
            </a:pPr>
            <a:r>
              <a:rPr lang="en-US" sz="1100" b="1" kern="0" spc="800" dirty="0">
                <a:solidFill>
                  <a:srgbClr val="C9A84C"/>
                </a:solidFill>
                <a:latin typeface="Calibri" pitchFamily="34" charset="0"/>
                <a:ea typeface="Calibri" pitchFamily="34" charset="-122"/>
                <a:cs typeface="Calibri" pitchFamily="34" charset="-120"/>
              </a:rPr>
              <a:t>PROP</a:t>
            </a:r>
            <a:endParaRPr lang="en-US" sz="1100" dirty="0"/>
          </a:p>
        </p:txBody>
      </p:sp>
      <p:sp>
        <p:nvSpPr>
          <p:cNvPr id="6" name="Shape 4"/>
          <p:cNvSpPr/>
          <p:nvPr/>
        </p:nvSpPr>
        <p:spPr>
          <a:xfrm>
            <a:off x="4206240" y="457200"/>
            <a:ext cx="54864" cy="4297680"/>
          </a:xfrm>
          <a:prstGeom prst="rect">
            <a:avLst/>
          </a:prstGeom>
          <a:solidFill>
            <a:srgbClr val="C9A84C"/>
          </a:solidFill>
          <a:ln w="12700">
            <a:solidFill>
              <a:srgbClr val="C9A84C"/>
            </a:solidFill>
            <a:prstDash val="solid"/>
          </a:ln>
        </p:spPr>
      </p:sp>
      <p:sp>
        <p:nvSpPr>
          <p:cNvPr id="7" name="Text 5"/>
          <p:cNvSpPr/>
          <p:nvPr/>
        </p:nvSpPr>
        <p:spPr>
          <a:xfrm>
            <a:off x="4480560" y="1280160"/>
            <a:ext cx="4389120" cy="1097280"/>
          </a:xfrm>
          <a:prstGeom prst="rect">
            <a:avLst/>
          </a:prstGeom>
          <a:noFill/>
          <a:ln/>
        </p:spPr>
        <p:txBody>
          <a:bodyPr wrap="square" lIns="0" tIns="0" rIns="0" bIns="0" rtlCol="0" anchor="t"/>
          <a:lstStyle/>
          <a:p>
            <a:pPr marL="0" indent="0">
              <a:buNone/>
            </a:pPr>
            <a:r>
              <a:rPr lang="en-US" sz="4000" b="1" dirty="0">
                <a:solidFill>
                  <a:srgbClr val="F5F0E8"/>
                </a:solidFill>
                <a:latin typeface="Georgia" pitchFamily="34" charset="0"/>
                <a:ea typeface="Georgia" pitchFamily="34" charset="-122"/>
                <a:cs typeface="Georgia" pitchFamily="34" charset="-120"/>
              </a:rPr>
              <a:t>CLASSROOM TEACHER</a:t>
            </a:r>
            <a:endParaRPr lang="en-US" sz="4000" dirty="0"/>
          </a:p>
        </p:txBody>
      </p:sp>
      <p:sp>
        <p:nvSpPr>
          <p:cNvPr id="8" name="Text 6"/>
          <p:cNvSpPr/>
          <p:nvPr/>
        </p:nvSpPr>
        <p:spPr>
          <a:xfrm>
            <a:off x="4480560" y="2468880"/>
            <a:ext cx="4389120" cy="548640"/>
          </a:xfrm>
          <a:prstGeom prst="rect">
            <a:avLst/>
          </a:prstGeom>
          <a:noFill/>
          <a:ln/>
        </p:spPr>
        <p:txBody>
          <a:bodyPr wrap="square" lIns="0" tIns="0" rIns="0" bIns="0" rtlCol="0" anchor="t"/>
          <a:lstStyle/>
          <a:p>
            <a:pPr marL="0" indent="0">
              <a:buNone/>
            </a:pPr>
            <a:endParaRPr lang="en-US" sz="1400" dirty="0"/>
          </a:p>
        </p:txBody>
      </p:sp>
      <p:sp>
        <p:nvSpPr>
          <p:cNvPr id="9" name="Shape 7"/>
          <p:cNvSpPr/>
          <p:nvPr/>
        </p:nvSpPr>
        <p:spPr>
          <a:xfrm>
            <a:off x="4480560" y="3090672"/>
            <a:ext cx="4114800" cy="22860"/>
          </a:xfrm>
          <a:prstGeom prst="rect">
            <a:avLst/>
          </a:prstGeom>
          <a:solidFill>
            <a:srgbClr val="3A3320"/>
          </a:solidFill>
          <a:ln w="12700">
            <a:solidFill>
              <a:srgbClr val="3A3320"/>
            </a:solidFill>
            <a:prstDash val="solid"/>
          </a:ln>
        </p:spPr>
      </p:sp>
      <p:sp>
        <p:nvSpPr>
          <p:cNvPr id="10" name="Text 8"/>
          <p:cNvSpPr/>
          <p:nvPr/>
        </p:nvSpPr>
        <p:spPr>
          <a:xfrm>
            <a:off x="4480560" y="3218688"/>
            <a:ext cx="4114800" cy="320040"/>
          </a:xfrm>
          <a:prstGeom prst="rect">
            <a:avLst/>
          </a:prstGeom>
          <a:noFill/>
          <a:ln/>
        </p:spPr>
        <p:txBody>
          <a:bodyPr wrap="square" lIns="0" tIns="0" rIns="0" bIns="0" rtlCol="0" anchor="ctr"/>
          <a:lstStyle/>
          <a:p>
            <a:pPr marL="0" indent="0">
              <a:buNone/>
            </a:pPr>
            <a:r>
              <a:rPr lang="en-US" sz="1000" dirty="0">
                <a:solidFill>
                  <a:srgbClr val="9A9080"/>
                </a:solidFill>
                <a:latin typeface="Calibri" pitchFamily="34" charset="0"/>
                <a:ea typeface="Calibri" pitchFamily="34" charset="-122"/>
                <a:cs typeface="Calibri" pitchFamily="34" charset="-120"/>
              </a:rPr>
              <a:t>Scroll for full analysis →</a:t>
            </a:r>
            <a:endParaRPr lang="en-US" sz="1000" dirty="0"/>
          </a:p>
        </p:txBody>
      </p:sp>
      <p:pic>
        <p:nvPicPr>
          <p:cNvPr id="11" name="Content Placeholder 4">
            <a:extLst>
              <a:ext uri="{FF2B5EF4-FFF2-40B4-BE49-F238E27FC236}">
                <a16:creationId xmlns:a16="http://schemas.microsoft.com/office/drawing/2014/main" id="{46F27BBD-D4DB-71CB-A228-23D9E4819C3B}"/>
              </a:ext>
            </a:extLst>
          </p:cNvPr>
          <p:cNvPicPr>
            <a:picLocks noChangeAspect="1"/>
          </p:cNvPicPr>
          <p:nvPr/>
        </p:nvPicPr>
        <p:blipFill>
          <a:blip r:embed="rId3"/>
          <a:stretch>
            <a:fillRect/>
          </a:stretch>
        </p:blipFill>
        <p:spPr>
          <a:xfrm>
            <a:off x="62923" y="1261872"/>
            <a:ext cx="3988954" cy="267500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BBF9CE9-8ABB-A684-D544-49EDF821DB38}"/>
              </a:ext>
            </a:extLst>
          </p:cNvPr>
          <p:cNvPicPr>
            <a:picLocks noChangeAspect="1"/>
          </p:cNvPicPr>
          <p:nvPr/>
        </p:nvPicPr>
        <p:blipFill>
          <a:blip r:embed="rId2"/>
          <a:stretch>
            <a:fillRect/>
          </a:stretch>
        </p:blipFill>
        <p:spPr>
          <a:xfrm>
            <a:off x="0" y="0"/>
            <a:ext cx="8990135" cy="5143500"/>
          </a:xfrm>
          <a:prstGeom prst="rect">
            <a:avLst/>
          </a:prstGeom>
        </p:spPr>
      </p:pic>
    </p:spTree>
    <p:extLst>
      <p:ext uri="{BB962C8B-B14F-4D97-AF65-F5344CB8AC3E}">
        <p14:creationId xmlns:p14="http://schemas.microsoft.com/office/powerpoint/2010/main" val="26788692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bg>
      <p:bgPr>
        <a:solidFill>
          <a:srgbClr val="14120E"/>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9A84C"/>
          </a:solidFill>
          <a:ln w="12700">
            <a:solidFill>
              <a:srgbClr val="C9A84C"/>
            </a:solidFill>
            <a:prstDash val="solid"/>
          </a:ln>
        </p:spPr>
      </p:sp>
      <p:sp>
        <p:nvSpPr>
          <p:cNvPr id="3" name="Shape 1"/>
          <p:cNvSpPr/>
          <p:nvPr/>
        </p:nvSpPr>
        <p:spPr>
          <a:xfrm>
            <a:off x="0" y="5079492"/>
            <a:ext cx="9144000" cy="64008"/>
          </a:xfrm>
          <a:prstGeom prst="rect">
            <a:avLst/>
          </a:prstGeom>
          <a:solidFill>
            <a:srgbClr val="C9A84C"/>
          </a:solidFill>
          <a:ln w="12700">
            <a:solidFill>
              <a:srgbClr val="C9A84C"/>
            </a:solidFill>
            <a:prstDash val="solid"/>
          </a:ln>
        </p:spPr>
      </p:sp>
      <p:sp>
        <p:nvSpPr>
          <p:cNvPr id="4" name="Shape 2"/>
          <p:cNvSpPr/>
          <p:nvPr/>
        </p:nvSpPr>
        <p:spPr>
          <a:xfrm>
            <a:off x="0" y="64008"/>
            <a:ext cx="9144000" cy="594360"/>
          </a:xfrm>
          <a:prstGeom prst="rect">
            <a:avLst/>
          </a:prstGeom>
          <a:solidFill>
            <a:srgbClr val="1E1B14"/>
          </a:solidFill>
          <a:ln w="12700">
            <a:solidFill>
              <a:srgbClr val="1E1B14"/>
            </a:solidFill>
            <a:prstDash val="solid"/>
          </a:ln>
        </p:spPr>
      </p:sp>
      <p:sp>
        <p:nvSpPr>
          <p:cNvPr id="5" name="Text 3"/>
          <p:cNvSpPr/>
          <p:nvPr/>
        </p:nvSpPr>
        <p:spPr>
          <a:xfrm>
            <a:off x="365760" y="64008"/>
            <a:ext cx="8412480" cy="594360"/>
          </a:xfrm>
          <a:prstGeom prst="rect">
            <a:avLst/>
          </a:prstGeom>
          <a:noFill/>
          <a:ln/>
        </p:spPr>
        <p:txBody>
          <a:bodyPr wrap="square" lIns="0" tIns="0" rIns="0" bIns="0" rtlCol="0" anchor="ctr"/>
          <a:lstStyle/>
          <a:p>
            <a:pPr marL="0" indent="0">
              <a:buNone/>
            </a:pPr>
            <a:r>
              <a:rPr lang="en-US" sz="1000" b="1" kern="0" spc="300" dirty="0">
                <a:solidFill>
                  <a:srgbClr val="C9A84C"/>
                </a:solidFill>
                <a:latin typeface="Calibri" pitchFamily="34" charset="0"/>
                <a:ea typeface="Calibri" pitchFamily="34" charset="-122"/>
                <a:cs typeface="Calibri" pitchFamily="34" charset="-120"/>
              </a:rPr>
              <a:t>04  ·  VINTAGE COMPASS  ·  REAL-LIFE REFERENCE DETAILS</a:t>
            </a:r>
            <a:endParaRPr lang="en-US" sz="1000" dirty="0"/>
          </a:p>
        </p:txBody>
      </p:sp>
      <p:sp>
        <p:nvSpPr>
          <p:cNvPr id="6" name="Shape 4"/>
          <p:cNvSpPr/>
          <p:nvPr/>
        </p:nvSpPr>
        <p:spPr>
          <a:xfrm>
            <a:off x="274320" y="777240"/>
            <a:ext cx="4023360" cy="1234440"/>
          </a:xfrm>
          <a:prstGeom prst="rect">
            <a:avLst/>
          </a:prstGeom>
          <a:solidFill>
            <a:srgbClr val="252018"/>
          </a:solidFill>
          <a:ln w="12700">
            <a:solidFill>
              <a:srgbClr val="3A3320"/>
            </a:solidFill>
            <a:prstDash val="solid"/>
          </a:ln>
          <a:effectLst>
            <a:outerShdw blurRad="101600" dist="38100" dir="8100000" algn="bl" rotWithShape="0">
              <a:srgbClr val="000000">
                <a:alpha val="40000"/>
              </a:srgbClr>
            </a:outerShdw>
          </a:effectLst>
        </p:spPr>
      </p:sp>
      <p:sp>
        <p:nvSpPr>
          <p:cNvPr id="7" name="Text 5"/>
          <p:cNvSpPr/>
          <p:nvPr/>
        </p:nvSpPr>
        <p:spPr>
          <a:xfrm>
            <a:off x="274320" y="777240"/>
            <a:ext cx="4023360" cy="292608"/>
          </a:xfrm>
          <a:prstGeom prst="rect">
            <a:avLst/>
          </a:prstGeom>
          <a:solidFill>
            <a:srgbClr val="1A1710"/>
          </a:solidFill>
          <a:ln/>
        </p:spPr>
        <p:txBody>
          <a:bodyPr wrap="square" lIns="0" tIns="0" rIns="0" bIns="0" rtlCol="0" anchor="ctr"/>
          <a:lstStyle/>
          <a:p>
            <a:pPr marL="0" indent="0" algn="ctr">
              <a:buNone/>
            </a:pPr>
            <a:r>
              <a:rPr lang="en-US" sz="800" b="1" kern="0" spc="500" dirty="0">
                <a:solidFill>
                  <a:srgbClr val="C9A84C"/>
                </a:solidFill>
                <a:latin typeface="Calibri" pitchFamily="34" charset="0"/>
                <a:ea typeface="Calibri" pitchFamily="34" charset="-122"/>
                <a:cs typeface="Calibri" pitchFamily="34" charset="-120"/>
              </a:rPr>
              <a:t>OVERVIEW</a:t>
            </a:r>
            <a:endParaRPr lang="en-US" sz="800" dirty="0"/>
          </a:p>
        </p:txBody>
      </p:sp>
      <p:sp>
        <p:nvSpPr>
          <p:cNvPr id="8" name="Text 6"/>
          <p:cNvSpPr/>
          <p:nvPr/>
        </p:nvSpPr>
        <p:spPr>
          <a:xfrm>
            <a:off x="411480" y="1097280"/>
            <a:ext cx="3749040" cy="822960"/>
          </a:xfrm>
          <a:prstGeom prst="rect">
            <a:avLst/>
          </a:prstGeom>
          <a:noFill/>
          <a:ln/>
        </p:spPr>
        <p:txBody>
          <a:bodyPr wrap="square" lIns="0" tIns="0" rIns="0" bIns="0" rtlCol="0" anchor="t"/>
          <a:lstStyle/>
          <a:p>
            <a:pPr marL="0" indent="0">
              <a:buNone/>
            </a:pPr>
            <a:r>
              <a:rPr lang="en-US" sz="1100" dirty="0">
                <a:solidFill>
                  <a:srgbClr val="F5F0E8"/>
                </a:solidFill>
                <a:latin typeface="Calibri" pitchFamily="34" charset="0"/>
                <a:ea typeface="Calibri" pitchFamily="34" charset="-122"/>
                <a:cs typeface="Calibri" pitchFamily="34" charset="-120"/>
              </a:rPr>
              <a:t>A friendly, knowledgeable classroom teacher presenting a lesson with confidence and clarity. The character embodies approachability, intelligence, and calm authority—ideal for educational settings, explainer content, or academic-themed visuals.</a:t>
            </a:r>
            <a:endParaRPr lang="en-US" sz="1100" dirty="0"/>
          </a:p>
        </p:txBody>
      </p:sp>
      <p:sp>
        <p:nvSpPr>
          <p:cNvPr id="11" name="Text 9"/>
          <p:cNvSpPr/>
          <p:nvPr/>
        </p:nvSpPr>
        <p:spPr>
          <a:xfrm>
            <a:off x="4983480" y="1097280"/>
            <a:ext cx="3749040" cy="822960"/>
          </a:xfrm>
          <a:prstGeom prst="rect">
            <a:avLst/>
          </a:prstGeom>
          <a:noFill/>
          <a:ln/>
        </p:spPr>
        <p:txBody>
          <a:bodyPr wrap="square" lIns="0" tIns="0" rIns="0" bIns="0" rtlCol="0" anchor="t"/>
          <a:lstStyle/>
          <a:p>
            <a:pPr marL="0" indent="0">
              <a:buNone/>
            </a:pPr>
            <a:endParaRPr lang="en-US" sz="1100" dirty="0"/>
          </a:p>
        </p:txBody>
      </p:sp>
      <p:sp>
        <p:nvSpPr>
          <p:cNvPr id="14" name="Shape 12"/>
          <p:cNvSpPr/>
          <p:nvPr/>
        </p:nvSpPr>
        <p:spPr>
          <a:xfrm>
            <a:off x="4415497" y="2039112"/>
            <a:ext cx="4023360" cy="2697480"/>
          </a:xfrm>
          <a:prstGeom prst="rect">
            <a:avLst/>
          </a:prstGeom>
          <a:solidFill>
            <a:srgbClr val="252018"/>
          </a:solidFill>
          <a:ln w="12700">
            <a:solidFill>
              <a:srgbClr val="3A3320"/>
            </a:solidFill>
            <a:prstDash val="solid"/>
          </a:ln>
          <a:effectLst>
            <a:outerShdw blurRad="101600" dist="38100" dir="8100000" algn="bl" rotWithShape="0">
              <a:srgbClr val="000000">
                <a:alpha val="40000"/>
              </a:srgbClr>
            </a:outerShdw>
          </a:effectLst>
        </p:spPr>
      </p:sp>
      <p:sp>
        <p:nvSpPr>
          <p:cNvPr id="15" name="Text 13"/>
          <p:cNvSpPr/>
          <p:nvPr/>
        </p:nvSpPr>
        <p:spPr>
          <a:xfrm>
            <a:off x="4415497" y="2039112"/>
            <a:ext cx="4023360" cy="320040"/>
          </a:xfrm>
          <a:prstGeom prst="rect">
            <a:avLst/>
          </a:prstGeom>
          <a:solidFill>
            <a:srgbClr val="1A1710"/>
          </a:solidFill>
          <a:ln/>
        </p:spPr>
        <p:txBody>
          <a:bodyPr wrap="square" lIns="0" tIns="0" rIns="0" bIns="0" rtlCol="0" anchor="ctr"/>
          <a:lstStyle/>
          <a:p>
            <a:pPr marL="0" indent="0" algn="ctr">
              <a:buNone/>
            </a:pPr>
            <a:r>
              <a:rPr lang="en-US" sz="800" b="1" kern="0" spc="500" dirty="0">
                <a:solidFill>
                  <a:srgbClr val="C9A84C"/>
                </a:solidFill>
                <a:latin typeface="Calibri" pitchFamily="34" charset="0"/>
                <a:ea typeface="Calibri" pitchFamily="34" charset="-122"/>
                <a:cs typeface="Calibri" pitchFamily="34" charset="-120"/>
              </a:rPr>
              <a:t>DESIGN NOTES</a:t>
            </a:r>
            <a:endParaRPr lang="en-US" sz="800" dirty="0"/>
          </a:p>
        </p:txBody>
      </p:sp>
      <p:sp>
        <p:nvSpPr>
          <p:cNvPr id="16" name="Text 14"/>
          <p:cNvSpPr/>
          <p:nvPr/>
        </p:nvSpPr>
        <p:spPr>
          <a:xfrm>
            <a:off x="4415497" y="2420171"/>
            <a:ext cx="3749040" cy="2194560"/>
          </a:xfrm>
          <a:prstGeom prst="rect">
            <a:avLst/>
          </a:prstGeom>
          <a:noFill/>
          <a:ln/>
        </p:spPr>
        <p:txBody>
          <a:bodyPr wrap="square" lIns="0" tIns="0" rIns="0" bIns="0" rtlCol="0" anchor="t"/>
          <a:lstStyle/>
          <a:p>
            <a:pPr>
              <a:buSzPct val="100000"/>
            </a:pPr>
            <a:r>
              <a:rPr lang="en-US" sz="1100" dirty="0">
                <a:solidFill>
                  <a:srgbClr val="F5F0E8"/>
                </a:solidFill>
                <a:latin typeface="Calibri" pitchFamily="34" charset="0"/>
                <a:ea typeface="Calibri" pitchFamily="34" charset="-122"/>
                <a:cs typeface="Calibri" pitchFamily="34" charset="-120"/>
              </a:rPr>
              <a:t>           </a:t>
            </a:r>
          </a:p>
          <a:p>
            <a:pPr marL="342900" indent="-342900">
              <a:buSzPct val="100000"/>
              <a:buChar char="•"/>
            </a:pPr>
            <a:r>
              <a:rPr lang="en-US" sz="1100" dirty="0">
                <a:solidFill>
                  <a:srgbClr val="F5F0E8"/>
                </a:solidFill>
                <a:latin typeface="Calibri" pitchFamily="34" charset="0"/>
                <a:ea typeface="Calibri" pitchFamily="34" charset="-122"/>
                <a:cs typeface="Calibri" pitchFamily="34" charset="-120"/>
              </a:rPr>
              <a:t>Friendly Nature</a:t>
            </a:r>
          </a:p>
          <a:p>
            <a:pPr marL="342900" indent="-342900">
              <a:buSzPct val="100000"/>
              <a:buChar char="•"/>
            </a:pPr>
            <a:r>
              <a:rPr lang="en-US" sz="1100" dirty="0">
                <a:solidFill>
                  <a:srgbClr val="F5F0E8"/>
                </a:solidFill>
                <a:latin typeface="Calibri" pitchFamily="34" charset="0"/>
                <a:ea typeface="Calibri" pitchFamily="34" charset="-122"/>
                <a:cs typeface="Calibri" pitchFamily="34" charset="-120"/>
              </a:rPr>
              <a:t>Emotion – Happy</a:t>
            </a:r>
          </a:p>
          <a:p>
            <a:pPr marL="342900" indent="-342900">
              <a:buSzPct val="100000"/>
              <a:buChar char="•"/>
            </a:pPr>
            <a:r>
              <a:rPr lang="en-US" sz="1100" dirty="0">
                <a:solidFill>
                  <a:srgbClr val="F5F0E8"/>
                </a:solidFill>
                <a:latin typeface="Calibri" pitchFamily="34" charset="0"/>
                <a:ea typeface="Calibri" pitchFamily="34" charset="-122"/>
                <a:cs typeface="Calibri" pitchFamily="34" charset="-120"/>
              </a:rPr>
              <a:t>Best Profession</a:t>
            </a:r>
          </a:p>
          <a:p>
            <a:pPr marL="342900" indent="-342900">
              <a:buSzPct val="100000"/>
              <a:buChar char="•"/>
            </a:pPr>
            <a:endParaRPr lang="en-US" sz="1100" dirty="0"/>
          </a:p>
        </p:txBody>
      </p:sp>
      <p:sp>
        <p:nvSpPr>
          <p:cNvPr id="19" name="Text 17"/>
          <p:cNvSpPr/>
          <p:nvPr/>
        </p:nvSpPr>
        <p:spPr>
          <a:xfrm>
            <a:off x="4983480" y="2514600"/>
            <a:ext cx="3749040" cy="2194560"/>
          </a:xfrm>
          <a:prstGeom prst="rect">
            <a:avLst/>
          </a:prstGeom>
          <a:noFill/>
          <a:ln/>
        </p:spPr>
        <p:txBody>
          <a:bodyPr wrap="square" lIns="0" tIns="0" rIns="0" bIns="0" rtlCol="0" anchor="t"/>
          <a:lstStyle/>
          <a:p>
            <a:pPr marL="342900" indent="-342900">
              <a:buSzPct val="100000"/>
              <a:buChar char="•"/>
            </a:pP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TotalTime>
  <Words>356</Words>
  <Application>Microsoft Office PowerPoint</Application>
  <PresentationFormat>On-screen Show (16:9)</PresentationFormat>
  <Paragraphs>75</Paragraphs>
  <Slides>13</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Concept Art II – Midterm | Prop Studies</dc:title>
  <dc:subject>PptxGenJS Presentation</dc:subject>
  <dc:creator>PptxGenJS</dc:creator>
  <cp:lastModifiedBy>Nishant Sharma</cp:lastModifiedBy>
  <cp:revision>3</cp:revision>
  <dcterms:created xsi:type="dcterms:W3CDTF">2026-04-08T23:45:14Z</dcterms:created>
  <dcterms:modified xsi:type="dcterms:W3CDTF">2026-04-09T04:09:25Z</dcterms:modified>
</cp:coreProperties>
</file>