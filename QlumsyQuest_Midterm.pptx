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7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5212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-457200"/>
            <a:ext cx="4572000" cy="4572000"/>
          </a:xfrm>
          <a:prstGeom prst="ellipse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371600"/>
            <a:ext cx="2743200" cy="27432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QLUMSY QUEST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4811752" y="603504"/>
            <a:ext cx="3840480" cy="457200"/>
          </a:xfrm>
          <a:prstGeom prst="rect">
            <a:avLst/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6035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MULTIPLAYER TRUST EXPERIENCE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606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Prototype Presentation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Engine | TPS Controller | Multiplayer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" y="3657600"/>
            <a:ext cx="2103120" cy="502920"/>
          </a:xfrm>
          <a:prstGeom prst="rect">
            <a:avLst/>
          </a:prstGeom>
          <a:solidFill>
            <a:srgbClr val="1C2540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3657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UNREAL ENGINE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3657600"/>
            <a:ext cx="2103120" cy="502920"/>
          </a:xfrm>
          <a:prstGeom prst="rect">
            <a:avLst/>
          </a:prstGeom>
          <a:solidFill>
            <a:srgbClr val="1C2540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51760" y="3657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MULTIPLAYER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3657600"/>
            <a:ext cx="2103120" cy="502920"/>
          </a:xfrm>
          <a:prstGeom prst="rect">
            <a:avLst/>
          </a:prstGeom>
          <a:solidFill>
            <a:srgbClr val="1C2540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3657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RANDOM QUESTS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CONCEPT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46304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1C2540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"Two players. One mission. Zero certainty.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random quests — but can you really trust your partner?"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2606040" cy="2560320"/>
          </a:xfrm>
          <a:prstGeom prst="rect">
            <a:avLst/>
          </a:prstGeom>
          <a:solidFill>
            <a:srgbClr val="121829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🎲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Random Quests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generates unique tasks assigned to both players. No two runs are the same.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965960"/>
            <a:ext cx="2606040" cy="2560320"/>
          </a:xfrm>
          <a:prstGeom prst="rect">
            <a:avLst/>
          </a:prstGeom>
          <a:solidFill>
            <a:srgbClr val="121829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965960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🤝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00400" y="26517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 Mechanic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91840" y="31089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every round: cooperate with your partner or betray them for personal gain.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965960"/>
            <a:ext cx="2606040" cy="2560320"/>
          </a:xfrm>
          <a:prstGeom prst="rect">
            <a:avLst/>
          </a:prstGeom>
          <a:solidFill>
            <a:srgbClr val="121829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965960"/>
            <a:ext cx="26060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⚡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035040" y="26517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Dual Outcomes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26480" y="31089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trust and betrayal paths lead to dramatic — and different — consequences.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GAMEPLAY LOOP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548640" cy="5486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51560" y="960120"/>
            <a:ext cx="7726680" cy="457200"/>
          </a:xfrm>
          <a:prstGeom prst="rect">
            <a:avLst/>
          </a:prstGeom>
          <a:solidFill>
            <a:srgbClr val="121829"/>
          </a:solidFill>
          <a:ln w="1270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960120"/>
            <a:ext cx="18288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START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960120"/>
            <a:ext cx="566928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players join a session. Both are paired into the same world instance.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" y="1481328"/>
            <a:ext cx="0" cy="228600"/>
          </a:xfrm>
          <a:prstGeom prst="line">
            <a:avLst/>
          </a:prstGeom>
          <a:noFill/>
          <a:ln w="12700">
            <a:solidFill>
              <a:srgbClr val="8A9CC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709928"/>
            <a:ext cx="548640" cy="5486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1709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" y="1755648"/>
            <a:ext cx="7726680" cy="457200"/>
          </a:xfrm>
          <a:prstGeom prst="rect">
            <a:avLst/>
          </a:prstGeom>
          <a:solidFill>
            <a:srgbClr val="121829"/>
          </a:solidFill>
          <a:ln w="12700">
            <a:solidFill>
              <a:srgbClr val="FFD166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1755648"/>
            <a:ext cx="18288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RANDOM QUEST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1755648"/>
            <a:ext cx="566928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assigns a random quest/task. Both players receive it simultaneously.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" y="2276856"/>
            <a:ext cx="0" cy="228600"/>
          </a:xfrm>
          <a:prstGeom prst="line">
            <a:avLst/>
          </a:prstGeom>
          <a:noFill/>
          <a:ln w="12700">
            <a:solidFill>
              <a:srgbClr val="8A9CC0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505456"/>
            <a:ext cx="548640" cy="54864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51560" y="2551176"/>
            <a:ext cx="7726680" cy="457200"/>
          </a:xfrm>
          <a:prstGeom prst="rect">
            <a:avLst/>
          </a:prstGeom>
          <a:solidFill>
            <a:srgbClr val="121829"/>
          </a:solidFill>
          <a:ln w="12700">
            <a:solidFill>
              <a:srgbClr val="7B2FBE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97280" y="2551176"/>
            <a:ext cx="18288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 DECISION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2551176"/>
            <a:ext cx="566928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executing — players secretly choose: TRUST partner or ACT ALONE.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" y="3072384"/>
            <a:ext cx="0" cy="228600"/>
          </a:xfrm>
          <a:prstGeom prst="line">
            <a:avLst/>
          </a:prstGeom>
          <a:noFill/>
          <a:ln w="12700">
            <a:solidFill>
              <a:srgbClr val="8A9CC0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300984"/>
            <a:ext cx="548640" cy="5486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3300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51560" y="3346704"/>
            <a:ext cx="7726680" cy="457200"/>
          </a:xfrm>
          <a:prstGeom prst="rect">
            <a:avLst/>
          </a:prstGeom>
          <a:solidFill>
            <a:srgbClr val="121829"/>
          </a:solidFill>
          <a:ln w="12700">
            <a:solidFill>
              <a:srgbClr val="00E676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97280" y="3346704"/>
            <a:ext cx="18288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 EXECUTION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346704"/>
            <a:ext cx="566928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complete the TPS-driven quest in the shared environment.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" y="3867912"/>
            <a:ext cx="0" cy="228600"/>
          </a:xfrm>
          <a:prstGeom prst="line">
            <a:avLst/>
          </a:prstGeom>
          <a:noFill/>
          <a:ln w="12700">
            <a:solidFill>
              <a:srgbClr val="8A9CC0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096512"/>
            <a:ext cx="548640" cy="5486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5760" y="4096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51560" y="4142232"/>
            <a:ext cx="7726680" cy="457200"/>
          </a:xfrm>
          <a:prstGeom prst="rect">
            <a:avLst/>
          </a:prstGeom>
          <a:solidFill>
            <a:srgbClr val="121829"/>
          </a:solidFill>
          <a:ln w="12700">
            <a:solidFill>
              <a:srgbClr val="FF6B6B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97280" y="4142232"/>
            <a:ext cx="18288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OUTCOME REVEAL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926080" y="4142232"/>
            <a:ext cx="566928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revealed. Score changes based on trust/betray outcomes.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TPS CONTROLLER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5544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Third-Person Shooter — Unreal Engine Blueprint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5486400" cy="530352"/>
          </a:xfrm>
          <a:prstGeom prst="rect">
            <a:avLst/>
          </a:prstGeom>
          <a:solidFill>
            <a:srgbClr val="121829"/>
          </a:solidFill>
          <a:ln w="12700">
            <a:solidFill>
              <a:srgbClr val="7B2FBE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25880"/>
            <a:ext cx="54864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25880"/>
            <a:ext cx="1371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🕹️ Movement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1325880"/>
            <a:ext cx="38404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 / thumbstick input bound to Character Movement Component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47672"/>
            <a:ext cx="5486400" cy="530352"/>
          </a:xfrm>
          <a:prstGeom prst="rect">
            <a:avLst/>
          </a:prstGeom>
          <a:solidFill>
            <a:srgbClr val="121829"/>
          </a:solidFill>
          <a:ln w="12700">
            <a:solidFill>
              <a:srgbClr val="7B2FBE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47672"/>
            <a:ext cx="54864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47672"/>
            <a:ext cx="1371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Camera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74520" y="1947672"/>
            <a:ext cx="38404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Arm + Camera Actor — dynamic follow with collision avoidance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69464"/>
            <a:ext cx="5486400" cy="530352"/>
          </a:xfrm>
          <a:prstGeom prst="rect">
            <a:avLst/>
          </a:prstGeom>
          <a:solidFill>
            <a:srgbClr val="121829"/>
          </a:solidFill>
          <a:ln w="12700">
            <a:solidFill>
              <a:srgbClr val="7B2FBE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69464"/>
            <a:ext cx="54864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569464"/>
            <a:ext cx="1371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Aiming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2569464"/>
            <a:ext cx="38404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ADS mode with camera interpolation to shoulder 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91256"/>
            <a:ext cx="5486400" cy="530352"/>
          </a:xfrm>
          <a:prstGeom prst="rect">
            <a:avLst/>
          </a:prstGeom>
          <a:solidFill>
            <a:srgbClr val="121829"/>
          </a:solidFill>
          <a:ln w="12700">
            <a:solidFill>
              <a:srgbClr val="7B2FBE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191256"/>
            <a:ext cx="54864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91256"/>
            <a:ext cx="1371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🔫 Shooting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74520" y="3191256"/>
            <a:ext cx="38404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Trace / Projectile class — hit detection with feedback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813048"/>
            <a:ext cx="5486400" cy="530352"/>
          </a:xfrm>
          <a:prstGeom prst="rect">
            <a:avLst/>
          </a:prstGeom>
          <a:solidFill>
            <a:srgbClr val="121829"/>
          </a:solidFill>
          <a:ln w="12700">
            <a:solidFill>
              <a:srgbClr val="7B2FBE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813048"/>
            <a:ext cx="54864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13048"/>
            <a:ext cx="1371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Animations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74520" y="3813048"/>
            <a:ext cx="38404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Space for idle/walk/run, Aim Offset for 8-directional aiming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434840"/>
            <a:ext cx="5486400" cy="530352"/>
          </a:xfrm>
          <a:prstGeom prst="rect">
            <a:avLst/>
          </a:prstGeom>
          <a:solidFill>
            <a:srgbClr val="121829"/>
          </a:solidFill>
          <a:ln w="12700">
            <a:solidFill>
              <a:srgbClr val="7B2FBE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434840"/>
            <a:ext cx="54864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434840"/>
            <a:ext cx="1371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Interaction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74520" y="4434840"/>
            <a:ext cx="38404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E-key prompt system — triggers quest-relevant world interactions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1325880"/>
            <a:ext cx="2743200" cy="3657600"/>
          </a:xfrm>
          <a:prstGeom prst="rect">
            <a:avLst/>
          </a:prstGeom>
          <a:solidFill>
            <a:srgbClr val="121829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325880"/>
            <a:ext cx="27432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1444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PROTOTYPE SPECS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99632" y="1920240"/>
            <a:ext cx="1188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60920" y="1920240"/>
            <a:ext cx="1417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Engine 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99632" y="2395728"/>
            <a:ext cx="1188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60920" y="2395728"/>
            <a:ext cx="1417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Blueprint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99632" y="2871216"/>
            <a:ext cx="1188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60920" y="2871216"/>
            <a:ext cx="1417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Person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99632" y="3346704"/>
            <a:ext cx="1188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60920" y="3346704"/>
            <a:ext cx="1417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(LAN)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99632" y="3822192"/>
            <a:ext cx="1188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60920" y="3822192"/>
            <a:ext cx="1417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Input System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99632" y="4297680"/>
            <a:ext cx="1188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60920" y="4297680"/>
            <a:ext cx="1417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Physics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ENVIRONMENT DESIGN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92024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1828800"/>
          </a:xfrm>
          <a:prstGeom prst="rect">
            <a:avLst/>
          </a:prstGeom>
          <a:solidFill>
            <a:srgbClr val="121829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1148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🏙️  URBAN HUB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spawn area — modular city blocks with cover points, crates, and quest markers. Built with Unreal's Modular Building Kit.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114800" cy="1828800"/>
          </a:xfrm>
          <a:prstGeom prst="rect">
            <a:avLst/>
          </a:prstGeom>
          <a:solidFill>
            <a:srgbClr val="121829"/>
          </a:solidFill>
          <a:ln w="127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41148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43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🏭  INDUSTRIAL ZONE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Quest-heavy sector with interactable machinery, catwalks, and tight corridors. Encourages tactical movement.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14800" cy="1828800"/>
          </a:xfrm>
          <a:prstGeom prst="rect">
            <a:avLst/>
          </a:prstGeom>
          <a:solidFill>
            <a:srgbClr val="121829"/>
          </a:solidFill>
          <a:ln w="1270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63240"/>
            <a:ext cx="41148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00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🌿  OPEN FIELD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36576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outdoor biome for long-range encounters and vehicle pathing. Uses Landscape + Foliage tools.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063240"/>
            <a:ext cx="4114800" cy="1828800"/>
          </a:xfrm>
          <a:prstGeom prst="rect">
            <a:avLst/>
          </a:prstGeom>
          <a:solidFill>
            <a:srgbClr val="121829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063240"/>
            <a:ext cx="41148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200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 RESTRICTED LAB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36576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endgame zone. Locked rooms, keycard systems, and scripted events. Where final quests resolve.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IMPLEMENTATION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64592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1188720"/>
          </a:xfrm>
          <a:prstGeom prst="rect">
            <a:avLst/>
          </a:prstGeom>
          <a:solidFill>
            <a:srgbClr val="121829"/>
          </a:solidFill>
          <a:ln w="12700">
            <a:solidFill>
              <a:srgbClr val="7B2FBE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1148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60704"/>
            <a:ext cx="54864" cy="113385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GameMode spawns random QuestData assets using a weighted randomizer. Each quest has objectives, timers, and reward structs.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59152"/>
            <a:ext cx="4114800" cy="1188720"/>
          </a:xfrm>
          <a:prstGeom prst="rect">
            <a:avLst/>
          </a:prstGeom>
          <a:solidFill>
            <a:srgbClr val="121829"/>
          </a:solidFill>
          <a:ln w="12700">
            <a:solidFill>
              <a:srgbClr val="7B2FBE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59152"/>
            <a:ext cx="41148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14016"/>
            <a:ext cx="54864" cy="113385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323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 &amp; Betrayal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81635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TrustComponent on PlayerController — stores decision enum. Server reconciles both decisions post-timer and broadcasts outcome via RPC.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12464"/>
            <a:ext cx="4114800" cy="1188720"/>
          </a:xfrm>
          <a:prstGeom prst="rect">
            <a:avLst/>
          </a:prstGeom>
          <a:solidFill>
            <a:srgbClr val="121829"/>
          </a:solidFill>
          <a:ln w="12700">
            <a:solidFill>
              <a:srgbClr val="7B2FBE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12464"/>
            <a:ext cx="41148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767328"/>
            <a:ext cx="54864" cy="113385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856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Multiplayer Setup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16966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Server model (host = one player). GameState replicates quest progress, score, and trust state to all clients.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005840"/>
            <a:ext cx="4114800" cy="1188720"/>
          </a:xfrm>
          <a:prstGeom prst="rect">
            <a:avLst/>
          </a:prstGeom>
          <a:solidFill>
            <a:srgbClr val="121829"/>
          </a:solidFill>
          <a:ln w="12700">
            <a:solidFill>
              <a:srgbClr val="7B2FBE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005840"/>
            <a:ext cx="41148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060704"/>
            <a:ext cx="54864" cy="113385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Blueprint Architecture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463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GameMode, GameState, PlayerController, Character — all extended in Blueprint. Custom interfaces for quest events.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359152"/>
            <a:ext cx="4114800" cy="1188720"/>
          </a:xfrm>
          <a:prstGeom prst="rect">
            <a:avLst/>
          </a:prstGeom>
          <a:solidFill>
            <a:srgbClr val="121829"/>
          </a:solidFill>
          <a:ln w="12700">
            <a:solidFill>
              <a:srgbClr val="7B2FBE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359152"/>
            <a:ext cx="41148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414016"/>
            <a:ext cx="54864" cy="113385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4323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/ HUD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281635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 Widget Blueprint — shows current quest, partner status indicator, trust timer countdown, and result screen.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712464"/>
            <a:ext cx="4114800" cy="1188720"/>
          </a:xfrm>
          <a:prstGeom prst="rect">
            <a:avLst/>
          </a:prstGeom>
          <a:solidFill>
            <a:srgbClr val="121829"/>
          </a:solidFill>
          <a:ln w="12700">
            <a:solidFill>
              <a:srgbClr val="7B2FBE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712464"/>
            <a:ext cx="41148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3767328"/>
            <a:ext cx="54864" cy="113385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7856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Animation Pipeline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16966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 Mesh with Anim Blueprint: locomotion blend space, AimOffset, and montages for interact/shoot.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PLANS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3716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3840480"/>
          </a:xfrm>
          <a:prstGeom prst="rect">
            <a:avLst/>
          </a:prstGeom>
          <a:solidFill>
            <a:srgbClr val="121829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65176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Post-Midterm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TPS controller feel (coyote time, better camera)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4 environment zones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8712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10+ unique quest templates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651760" cy="3840480"/>
          </a:xfrm>
          <a:prstGeom prst="rect">
            <a:avLst/>
          </a:prstGeom>
          <a:solidFill>
            <a:srgbClr val="121829"/>
          </a:solidFill>
          <a:ln w="127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005840"/>
            <a:ext cx="265176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143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multiplayer via Steam / EOS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proximity chat integration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28712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Betrayal consequence animations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334670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&amp; session history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005840"/>
            <a:ext cx="2651760" cy="3840480"/>
          </a:xfrm>
          <a:prstGeom prst="rect">
            <a:avLst/>
          </a:prstGeom>
          <a:solidFill>
            <a:srgbClr val="121829"/>
          </a:solidFill>
          <a:ln w="12700">
            <a:solidFill>
              <a:srgbClr val="CC4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005840"/>
            <a:ext cx="2651760" cy="73152"/>
          </a:xfrm>
          <a:prstGeom prst="rect">
            <a:avLst/>
          </a:prstGeom>
          <a:solidFill>
            <a:srgbClr val="CC44FF"/>
          </a:solidFill>
          <a:ln w="12700">
            <a:solidFill>
              <a:srgbClr val="CC4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143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4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792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Build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4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4-player lobby support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4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mode with persistent trust scores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28712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4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Mod-friendly quest scripting API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334670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4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PC (Steam) + Console stretch goal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7B2FBE">
              <a:alpha val="8000"/>
            </a:srgbClr>
          </a:solidFill>
          <a:ln w="12700">
            <a:solidFill>
              <a:srgbClr val="7B2FBE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00D4FF">
              <a:alpha val="5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2286000" y="2377440"/>
            <a:ext cx="4572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QLUMSY QUEST  ·  DUAL MULTIPLAYER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Trust. Betray. Complete the Quest.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Prototype  ·  Unreal Engine 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634</Words>
  <Application>Microsoft Office PowerPoint</Application>
  <PresentationFormat>On-screen Show (16:9)</PresentationFormat>
  <Paragraphs>114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Qlumsy Quest - Midterm Prototype</dc:title>
  <dc:subject>PptxGenJS Presentation</dc:subject>
  <dc:creator>PptxGenJS</dc:creator>
  <cp:lastModifiedBy>Nishant Sharma</cp:lastModifiedBy>
  <cp:revision>2</cp:revision>
  <dcterms:created xsi:type="dcterms:W3CDTF">2026-04-07T06:26:56Z</dcterms:created>
  <dcterms:modified xsi:type="dcterms:W3CDTF">2026-04-07T09:35:12Z</dcterms:modified>
</cp:coreProperties>
</file>